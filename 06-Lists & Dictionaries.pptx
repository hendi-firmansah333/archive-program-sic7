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315" r:id="rId5"/>
    <p:sldId id="295" r:id="rId6"/>
    <p:sldId id="262" r:id="rId7"/>
    <p:sldId id="281" r:id="rId8"/>
    <p:sldId id="273" r:id="rId9"/>
    <p:sldId id="316" r:id="rId10"/>
    <p:sldId id="321" r:id="rId11"/>
    <p:sldId id="309" r:id="rId12"/>
    <p:sldId id="272" r:id="rId13"/>
    <p:sldId id="317" r:id="rId14"/>
    <p:sldId id="322" r:id="rId15"/>
    <p:sldId id="310" r:id="rId16"/>
    <p:sldId id="312" r:id="rId17"/>
    <p:sldId id="311" r:id="rId18"/>
    <p:sldId id="319" r:id="rId19"/>
    <p:sldId id="318" r:id="rId20"/>
    <p:sldId id="320" r:id="rId21"/>
    <p:sldId id="277" r:id="rId22"/>
    <p:sldId id="278" r:id="rId23"/>
    <p:sldId id="306" r:id="rId24"/>
  </p:sldIdLst>
  <p:sldSz cx="12192000" cy="6858000"/>
  <p:notesSz cx="6858000" cy="9144000"/>
  <p:embeddedFontLs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Trebuchet MS" panose="020B0603020202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JC9lWA3UfsASjdoErgYr3k8TW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6588" y="771525"/>
            <a:ext cx="6856412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A6A42381-AC91-7E87-7F9F-35876A36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D4EE33D8-0D49-7F77-B375-C20902DCC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86F37D0C-3089-C89C-AA68-6ACCFBE8BC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053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9D3A626A-240E-AFDC-1A58-96E00E44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585e5a41e_0_267:notes">
            <a:extLst>
              <a:ext uri="{FF2B5EF4-FFF2-40B4-BE49-F238E27FC236}">
                <a16:creationId xmlns:a16="http://schemas.microsoft.com/office/drawing/2014/main" id="{BDA6384B-0C5E-0587-25A7-A222A8BBF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6585e5a41e_0_267:notes">
            <a:extLst>
              <a:ext uri="{FF2B5EF4-FFF2-40B4-BE49-F238E27FC236}">
                <a16:creationId xmlns:a16="http://schemas.microsoft.com/office/drawing/2014/main" id="{3259A360-72A1-4A5B-C6A6-F3CA171806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466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A650EF83-5F76-96AF-2069-4D5170E1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2D014A6B-D091-9D72-33C6-4C98D348C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6CFB4B7E-5459-0662-EA49-388CC711D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7976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D215B287-AB49-74EF-9CC2-07CCCFFD5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>
            <a:extLst>
              <a:ext uri="{FF2B5EF4-FFF2-40B4-BE49-F238E27FC236}">
                <a16:creationId xmlns:a16="http://schemas.microsoft.com/office/drawing/2014/main" id="{AF4189D3-A709-D34E-A629-ACCD2F97C8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21:notes">
            <a:extLst>
              <a:ext uri="{FF2B5EF4-FFF2-40B4-BE49-F238E27FC236}">
                <a16:creationId xmlns:a16="http://schemas.microsoft.com/office/drawing/2014/main" id="{16D2E3ED-37FC-2ECC-D743-7BA4F4091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76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0704527-953B-785A-2B20-676C5C32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>
            <a:extLst>
              <a:ext uri="{FF2B5EF4-FFF2-40B4-BE49-F238E27FC236}">
                <a16:creationId xmlns:a16="http://schemas.microsoft.com/office/drawing/2014/main" id="{98D0C54D-A3FE-F15E-3D04-488C2C224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21:notes">
            <a:extLst>
              <a:ext uri="{FF2B5EF4-FFF2-40B4-BE49-F238E27FC236}">
                <a16:creationId xmlns:a16="http://schemas.microsoft.com/office/drawing/2014/main" id="{826BA876-00CC-3216-90B0-59B8B77B4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158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8EF0EEDC-8731-47DB-4CC8-E0D34A7A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FF1A5CFE-681F-C6D4-99B7-A9B7371D8A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1C16BF33-8177-1AAA-9B70-2448F3CAD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240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7C841E7A-1631-9690-8CE0-742A5F12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5D3B4AC8-2AC1-9B73-E32D-945B811CE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23BEB7A4-7811-ED53-98F0-1353D27C8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6138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262F871F-E39F-5E33-9F55-B634C9FF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>
            <a:extLst>
              <a:ext uri="{FF2B5EF4-FFF2-40B4-BE49-F238E27FC236}">
                <a16:creationId xmlns:a16="http://schemas.microsoft.com/office/drawing/2014/main" id="{66ED9834-BC19-CB2B-4346-BB4FB416B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6:notes">
            <a:extLst>
              <a:ext uri="{FF2B5EF4-FFF2-40B4-BE49-F238E27FC236}">
                <a16:creationId xmlns:a16="http://schemas.microsoft.com/office/drawing/2014/main" id="{1646008C-BA5E-091C-A6CB-D4ADF7C8F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202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925DF57C-C48C-C6F3-36ED-1305ADE4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>
            <a:extLst>
              <a:ext uri="{FF2B5EF4-FFF2-40B4-BE49-F238E27FC236}">
                <a16:creationId xmlns:a16="http://schemas.microsoft.com/office/drawing/2014/main" id="{2D021EF5-BD65-E441-B85C-BE68C86D1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6:notes">
            <a:extLst>
              <a:ext uri="{FF2B5EF4-FFF2-40B4-BE49-F238E27FC236}">
                <a16:creationId xmlns:a16="http://schemas.microsoft.com/office/drawing/2014/main" id="{4CEA9065-9C1F-6D56-389C-264EEDD38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5195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EF237E97-373E-6458-3D20-E2FA72BD7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7A2315B2-010B-D322-BD67-04B09636D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84EDE2FE-0624-E94F-01D8-AFA39E9EB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0839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BA7E6EC1-EA69-0023-DCC6-6DE8BC0E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E1089909-B2BF-DBD3-22D0-E328E0834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F9B8A424-AD1C-51E2-D647-46CA3603C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4273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28D58DD1-11A3-6900-8EC3-D6DBA47F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585e5a41e_0_267:notes">
            <a:extLst>
              <a:ext uri="{FF2B5EF4-FFF2-40B4-BE49-F238E27FC236}">
                <a16:creationId xmlns:a16="http://schemas.microsoft.com/office/drawing/2014/main" id="{FA269936-1B37-7B31-580B-EDF8EC6DA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6585e5a41e_0_267:notes">
            <a:extLst>
              <a:ext uri="{FF2B5EF4-FFF2-40B4-BE49-F238E27FC236}">
                <a16:creationId xmlns:a16="http://schemas.microsoft.com/office/drawing/2014/main" id="{10C83442-2470-D318-9D23-9723834B3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5729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00E001B0-DD93-1A92-8E5F-6F1061FB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6618FC50-B1F6-73F5-047F-16973A999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44799756-0E52-1040-9064-8840B941C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6881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8B1A2450-E467-2043-31EA-687A27BE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A59052EB-60B6-310F-49B8-6044D6541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1AC952FE-7BBE-3E4F-6A02-C04687BC7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5814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A837197E-D99B-B555-FC19-5E07C8D60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:notes">
            <a:extLst>
              <a:ext uri="{FF2B5EF4-FFF2-40B4-BE49-F238E27FC236}">
                <a16:creationId xmlns:a16="http://schemas.microsoft.com/office/drawing/2014/main" id="{D0748542-6A48-5196-7E80-B7D6AE484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2:notes">
            <a:extLst>
              <a:ext uri="{FF2B5EF4-FFF2-40B4-BE49-F238E27FC236}">
                <a16:creationId xmlns:a16="http://schemas.microsoft.com/office/drawing/2014/main" id="{3B05EDEF-7B01-1800-9C08-1EA124C69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8928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AE3141BC-E031-1323-919F-EC3C5D644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>
            <a:extLst>
              <a:ext uri="{FF2B5EF4-FFF2-40B4-BE49-F238E27FC236}">
                <a16:creationId xmlns:a16="http://schemas.microsoft.com/office/drawing/2014/main" id="{23639A36-B197-B947-D3F5-6ECE62180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>
            <a:extLst>
              <a:ext uri="{FF2B5EF4-FFF2-40B4-BE49-F238E27FC236}">
                <a16:creationId xmlns:a16="http://schemas.microsoft.com/office/drawing/2014/main" id="{871C7AA9-DD1D-B3E4-C54A-62508DA31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1421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47" name="Google Shape;3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6a059c9113_2_10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357" name="Google Shape;357;g26a059c9113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6588" y="771525"/>
            <a:ext cx="6856412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2" name="Google Shape;41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6588" y="771525"/>
            <a:ext cx="6856412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dan Konten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Judul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Bagia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 Konten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bandinga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Saja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nten dengan Keteranga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mbar dengan Keteranga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dan Teks Vertik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Vertikal dan Tek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FBD5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"/>
          <p:cNvSpPr txBox="1">
            <a:spLocks noGrp="1"/>
          </p:cNvSpPr>
          <p:nvPr>
            <p:ph type="title"/>
          </p:nvPr>
        </p:nvSpPr>
        <p:spPr>
          <a:xfrm>
            <a:off x="5707259" y="1313854"/>
            <a:ext cx="6309600" cy="74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50" rIns="0" bIns="0" anchor="t" anchorCtr="0">
            <a:spAutoFit/>
          </a:bodyPr>
          <a:lstStyle/>
          <a:p>
            <a:pPr marL="16928" lvl="0">
              <a:lnSpc>
                <a:spcPct val="100000"/>
              </a:lnSpc>
              <a:buSzPts val="700"/>
            </a:pPr>
            <a:r>
              <a:rPr lang="en-US" sz="4800" dirty="0">
                <a:latin typeface="Montserrat"/>
                <a:ea typeface="Montserrat"/>
                <a:cs typeface="Montserrat"/>
                <a:sym typeface="Montserrat"/>
              </a:rPr>
              <a:t>Lists &amp; Dictionaries</a:t>
            </a:r>
            <a:endParaRPr sz="960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0944738" y="72753"/>
            <a:ext cx="1123653" cy="10924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Python (programming language) - Wikipedia">
            <a:extLst>
              <a:ext uri="{FF2B5EF4-FFF2-40B4-BE49-F238E27FC236}">
                <a16:creationId xmlns:a16="http://schemas.microsoft.com/office/drawing/2014/main" id="{D05D2E87-F4BB-2535-1E20-9A0F0D413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6067" y="4757195"/>
            <a:ext cx="1613213" cy="176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5"/>
          <p:cNvGrpSpPr/>
          <p:nvPr/>
        </p:nvGrpSpPr>
        <p:grpSpPr>
          <a:xfrm>
            <a:off x="823" y="466"/>
            <a:ext cx="12190355" cy="2774578"/>
            <a:chOff x="0" y="5"/>
            <a:chExt cx="18288000" cy="4162430"/>
          </a:xfrm>
        </p:grpSpPr>
        <p:sp>
          <p:nvSpPr>
            <p:cNvPr id="99" name="Google Shape;99;p35"/>
            <p:cNvSpPr/>
            <p:nvPr/>
          </p:nvSpPr>
          <p:spPr>
            <a:xfrm>
              <a:off x="0" y="5"/>
              <a:ext cx="18288000" cy="4162425"/>
            </a:xfrm>
            <a:custGeom>
              <a:avLst/>
              <a:gdLst/>
              <a:ahLst/>
              <a:cxnLst/>
              <a:rect l="l" t="t" r="r" b="b"/>
              <a:pathLst>
                <a:path w="18288000" h="4162425" extrusionOk="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5"/>
            <p:cNvSpPr/>
            <p:nvPr/>
          </p:nvSpPr>
          <p:spPr>
            <a:xfrm>
              <a:off x="14123883" y="10"/>
              <a:ext cx="4162425" cy="4162425"/>
            </a:xfrm>
            <a:custGeom>
              <a:avLst/>
              <a:gdLst/>
              <a:ahLst/>
              <a:cxnLst/>
              <a:rect l="l" t="t" r="r" b="b"/>
              <a:pathLst>
                <a:path w="4162425" h="4162425" extrusionOk="0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35"/>
          <p:cNvSpPr txBox="1"/>
          <p:nvPr/>
        </p:nvSpPr>
        <p:spPr>
          <a:xfrm>
            <a:off x="517683" y="3025609"/>
            <a:ext cx="4967729" cy="74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775" rIns="0" bIns="0" anchor="t" anchorCtr="0">
            <a:spAutoFit/>
          </a:bodyPr>
          <a:lstStyle/>
          <a:p>
            <a:pPr marL="8465" marR="3387" lvl="0" indent="0" algn="l" rtl="0">
              <a:lnSpc>
                <a:spcPct val="119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33"/>
              <a:buFont typeface="Arial"/>
              <a:buNone/>
            </a:pPr>
            <a:r>
              <a:rPr lang="en-US" sz="3933" b="1" i="0" u="none" strike="noStrike" cap="non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Kurnia Anwar Ra’if</a:t>
            </a:r>
            <a:endParaRPr sz="3933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277574" y="3829404"/>
            <a:ext cx="66753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025" rIns="0" bIns="0" anchor="t" anchorCtr="0">
            <a:spAutoFit/>
          </a:bodyPr>
          <a:lstStyle/>
          <a:p>
            <a:pPr marL="8465" marR="3387" lvl="0" indent="0" algn="l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r>
              <a:rPr lang="en-US" sz="1933" b="0" i="0" u="none" strike="noStrike" cap="non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A Highly-motivated Data Scientist</a:t>
            </a:r>
            <a:endParaRPr sz="1933" b="0" i="0" u="none" strike="noStrike" cap="non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65" marR="3387" lvl="0" indent="0" algn="l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endParaRPr sz="1933" b="0" i="0" u="none" strike="noStrike" cap="non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64" marR="3387" lvl="0" indent="0" algn="l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r>
              <a:rPr lang="en-US" sz="1933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Senior Data &amp; AI Platform - PT. Mastersystem Infotama Tbk</a:t>
            </a:r>
            <a:endParaRPr sz="1933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65" marR="3387" lvl="0" indent="0" algn="l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r>
              <a:rPr lang="en-US" sz="1933" b="0" i="0" u="none" strike="noStrike" cap="non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Data Scientist @ PT. KitaLulus International</a:t>
            </a:r>
            <a:endParaRPr sz="1933" b="0" i="0" u="none" strike="noStrike" cap="non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65" marR="3387" lvl="0" indent="0" algn="l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r>
              <a:rPr lang="en-US" sz="1933" b="0" i="0" u="none" strike="noStrike" cap="non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Data Scientist @ PT. Sharing Vision– BRI Consultant</a:t>
            </a: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464" marR="3387" lvl="0" indent="0" algn="l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r>
              <a:rPr lang="en-US" sz="1933" b="0" i="0" u="none" strike="noStrike" cap="non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Software Engineering @ PT. AILIMA Geothermal</a:t>
            </a:r>
            <a:endParaRPr sz="1933" b="0" i="0" u="none" strike="noStrike" cap="non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64" marR="3387" lvl="0" indent="0" algn="l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r>
              <a:rPr lang="en-US" sz="1933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Mentor DS/BI/AI-ML - @ Dibimbing.id</a:t>
            </a:r>
            <a:endParaRPr sz="1933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465" marR="3387" lvl="0" indent="0" algn="l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endParaRPr sz="1933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3" name="Google Shape;10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3500" y="3035076"/>
            <a:ext cx="4078476" cy="3058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5"/>
          <p:cNvSpPr/>
          <p:nvPr/>
        </p:nvSpPr>
        <p:spPr>
          <a:xfrm>
            <a:off x="11101985" y="5867042"/>
            <a:ext cx="1089900" cy="990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"/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5302211" y="905390"/>
            <a:ext cx="6714600" cy="315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pPr marL="16927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5"/>
              <a:buNone/>
            </a:pPr>
            <a:r>
              <a:rPr lang="en-US" sz="5865" dirty="0"/>
              <a:t>Outline :</a:t>
            </a:r>
            <a:endParaRPr sz="1999" dirty="0">
              <a:latin typeface="Trebuchet MS"/>
              <a:ea typeface="Trebuchet MS"/>
              <a:cs typeface="Trebuchet MS"/>
              <a:sym typeface="Trebuchet MS"/>
            </a:endParaRPr>
          </a:p>
          <a:p>
            <a:r>
              <a:rPr lang="en-US" dirty="0"/>
              <a:t>Create &amp; modify lists</a:t>
            </a:r>
          </a:p>
          <a:p>
            <a:r>
              <a:rPr lang="en-US" dirty="0"/>
              <a:t>Indexing, slicing</a:t>
            </a:r>
          </a:p>
          <a:p>
            <a:r>
              <a:rPr lang="en-US" dirty="0"/>
              <a:t>Iterating over lists</a:t>
            </a:r>
          </a:p>
          <a:p>
            <a:r>
              <a:rPr lang="en-US" dirty="0"/>
              <a:t>Dictionary basics (key-value pairs)</a:t>
            </a:r>
            <a:endParaRPr sz="1999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38EE1163-75B1-DAC1-73FF-E87844C6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A9A315A2-D65B-58D6-D924-2741488F03F4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82164D38-4256-C915-F099-192BEEB42E7D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35CF69A2-934A-2F58-D555-F94F6C153C3C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9D7D26EE-3AE2-501F-9CE3-9CB7964453A3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A43E6C26-3827-107F-5755-080F82615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3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r>
              <a:rPr lang="en-US" sz="3600" dirty="0"/>
              <a:t>Refreshment</a:t>
            </a:r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D46E797E-3616-0AD6-AF7B-A5DE6132F875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628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E09398AD-41E7-D310-3D23-5510CFB6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26585e5a41e_0_267">
            <a:extLst>
              <a:ext uri="{FF2B5EF4-FFF2-40B4-BE49-F238E27FC236}">
                <a16:creationId xmlns:a16="http://schemas.microsoft.com/office/drawing/2014/main" id="{FED3A640-3B0A-32D3-3EC0-6B49CF8601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034" y="367951"/>
            <a:ext cx="1578985" cy="47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ambar 5">
            <a:extLst>
              <a:ext uri="{FF2B5EF4-FFF2-40B4-BE49-F238E27FC236}">
                <a16:creationId xmlns:a16="http://schemas.microsoft.com/office/drawing/2014/main" id="{A246B2BE-BBE2-090A-7257-EC255B182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2412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6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"/>
          <p:cNvSpPr txBox="1"/>
          <p:nvPr/>
        </p:nvSpPr>
        <p:spPr>
          <a:xfrm>
            <a:off x="256158" y="44293"/>
            <a:ext cx="9479874" cy="112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6" tIns="121896" rIns="121896" bIns="121896" anchor="t" anchorCtr="0">
            <a:noAutofit/>
          </a:bodyPr>
          <a:lstStyle/>
          <a:p>
            <a:pPr>
              <a:buSzPts val="3200"/>
            </a:pPr>
            <a:r>
              <a:rPr lang="en-US" sz="4265" b="1" dirty="0">
                <a:solidFill>
                  <a:srgbClr val="48A8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 and Structures Mapping</a:t>
            </a:r>
            <a:endParaRPr sz="1866" dirty="0"/>
          </a:p>
        </p:txBody>
      </p:sp>
      <p:pic>
        <p:nvPicPr>
          <p:cNvPr id="224" name="Google Shape;2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2160" y="127984"/>
            <a:ext cx="1578985" cy="47993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"/>
          <p:cNvSpPr/>
          <p:nvPr/>
        </p:nvSpPr>
        <p:spPr>
          <a:xfrm>
            <a:off x="10442160" y="1659754"/>
            <a:ext cx="5945765" cy="5344351"/>
          </a:xfrm>
          <a:prstGeom prst="parallelogram">
            <a:avLst>
              <a:gd name="adj" fmla="val 25000"/>
            </a:avLst>
          </a:prstGeom>
          <a:solidFill>
            <a:srgbClr val="48A8C4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9883539" y="5079899"/>
            <a:ext cx="4015161" cy="1924206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10977602" y="4474085"/>
            <a:ext cx="1761456" cy="1222423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3803" y="1060744"/>
            <a:ext cx="7209208" cy="5544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6D4C969D-4F6C-F19C-D4E8-D001814DE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21A36F92-4AD6-3DD0-9F87-1DF5470807C0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838C86BA-63F6-CB02-8635-027E6DAD49FE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BF886054-D688-BFBD-9CBB-F4885B0C7D00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A509FA46-E85E-4D23-6E6F-31BDBF6D8A7C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62F4083D-94E1-8BCA-0B81-114D43FD6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3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r>
              <a:rPr lang="en-US" sz="3600" dirty="0"/>
              <a:t>Create &amp; modify lists</a:t>
            </a:r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CA1DAE95-8953-1860-4F94-9DFBA2E1C44E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622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3C73FB4D-C1F9-CFA4-D37E-04C1F2EC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>
            <a:extLst>
              <a:ext uri="{FF2B5EF4-FFF2-40B4-BE49-F238E27FC236}">
                <a16:creationId xmlns:a16="http://schemas.microsoft.com/office/drawing/2014/main" id="{011AF167-AB29-E74C-F49B-EF4E81FA10BE}"/>
              </a:ext>
            </a:extLst>
          </p:cNvPr>
          <p:cNvSpPr txBox="1"/>
          <p:nvPr/>
        </p:nvSpPr>
        <p:spPr>
          <a:xfrm>
            <a:off x="135182" y="44293"/>
            <a:ext cx="9915877" cy="112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6" tIns="121896" rIns="121896" bIns="121896" anchor="t" anchorCtr="0">
            <a:noAutofit/>
          </a:bodyPr>
          <a:lstStyle/>
          <a:p>
            <a:pPr>
              <a:buSzPts val="2400"/>
            </a:pPr>
            <a:r>
              <a:rPr lang="en-US" sz="3199" b="1" dirty="0">
                <a:solidFill>
                  <a:srgbClr val="48A8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List</a:t>
            </a:r>
            <a:endParaRPr sz="1866" dirty="0"/>
          </a:p>
        </p:txBody>
      </p:sp>
      <p:pic>
        <p:nvPicPr>
          <p:cNvPr id="276" name="Google Shape;276;p21">
            <a:extLst>
              <a:ext uri="{FF2B5EF4-FFF2-40B4-BE49-F238E27FC236}">
                <a16:creationId xmlns:a16="http://schemas.microsoft.com/office/drawing/2014/main" id="{EAB41E31-D4F3-8DC4-4A65-33B910D318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834" y="44292"/>
            <a:ext cx="1578985" cy="47993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>
            <a:extLst>
              <a:ext uri="{FF2B5EF4-FFF2-40B4-BE49-F238E27FC236}">
                <a16:creationId xmlns:a16="http://schemas.microsoft.com/office/drawing/2014/main" id="{04548742-86E8-68DD-7660-CAE3D4E12610}"/>
              </a:ext>
            </a:extLst>
          </p:cNvPr>
          <p:cNvSpPr/>
          <p:nvPr/>
        </p:nvSpPr>
        <p:spPr>
          <a:xfrm>
            <a:off x="10442160" y="1659754"/>
            <a:ext cx="5945765" cy="5344351"/>
          </a:xfrm>
          <a:prstGeom prst="parallelogram">
            <a:avLst>
              <a:gd name="adj" fmla="val 25000"/>
            </a:avLst>
          </a:prstGeom>
          <a:solidFill>
            <a:srgbClr val="48A8C4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1">
            <a:extLst>
              <a:ext uri="{FF2B5EF4-FFF2-40B4-BE49-F238E27FC236}">
                <a16:creationId xmlns:a16="http://schemas.microsoft.com/office/drawing/2014/main" id="{8A486B12-C071-E4F9-821A-50BF824DFC71}"/>
              </a:ext>
            </a:extLst>
          </p:cNvPr>
          <p:cNvSpPr/>
          <p:nvPr/>
        </p:nvSpPr>
        <p:spPr>
          <a:xfrm>
            <a:off x="9883539" y="5079899"/>
            <a:ext cx="4015161" cy="1924206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21">
            <a:extLst>
              <a:ext uri="{FF2B5EF4-FFF2-40B4-BE49-F238E27FC236}">
                <a16:creationId xmlns:a16="http://schemas.microsoft.com/office/drawing/2014/main" id="{87D21357-B45C-A307-1852-798959B546FA}"/>
              </a:ext>
            </a:extLst>
          </p:cNvPr>
          <p:cNvSpPr/>
          <p:nvPr/>
        </p:nvSpPr>
        <p:spPr>
          <a:xfrm>
            <a:off x="10977602" y="4474085"/>
            <a:ext cx="1761456" cy="1222423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1">
            <a:extLst>
              <a:ext uri="{FF2B5EF4-FFF2-40B4-BE49-F238E27FC236}">
                <a16:creationId xmlns:a16="http://schemas.microsoft.com/office/drawing/2014/main" id="{1655F57E-4A44-3932-F6A6-A274AE72143E}"/>
              </a:ext>
            </a:extLst>
          </p:cNvPr>
          <p:cNvSpPr txBox="1"/>
          <p:nvPr/>
        </p:nvSpPr>
        <p:spPr>
          <a:xfrm>
            <a:off x="135182" y="1189282"/>
            <a:ext cx="11002151" cy="98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2" tIns="60915" rIns="121862" bIns="60915" anchor="t" anchorCtr="0">
            <a:spAutoFit/>
          </a:bodyPr>
          <a:lstStyle/>
          <a:p>
            <a:pPr marL="380876" indent="-380876">
              <a:buFontTx/>
              <a:buChar char="-"/>
            </a:pPr>
            <a:r>
              <a:rPr lang="en-US" sz="1866" b="1" dirty="0"/>
              <a:t>List </a:t>
            </a:r>
            <a:r>
              <a:rPr lang="en-US" sz="1866" dirty="0"/>
              <a:t>is a data structure in python that can saves many different types of other items.</a:t>
            </a:r>
          </a:p>
          <a:p>
            <a:r>
              <a:rPr lang="en-US" sz="1866" dirty="0"/>
              <a:t>Based on kind of non-primitive in data type and structure above, we can do basic calculation in python.</a:t>
            </a:r>
            <a:endParaRPr sz="1866" dirty="0"/>
          </a:p>
          <a:p>
            <a:endParaRPr sz="1866" dirty="0"/>
          </a:p>
        </p:txBody>
      </p:sp>
      <p:grpSp>
        <p:nvGrpSpPr>
          <p:cNvPr id="2" name="Grup 1">
            <a:extLst>
              <a:ext uri="{FF2B5EF4-FFF2-40B4-BE49-F238E27FC236}">
                <a16:creationId xmlns:a16="http://schemas.microsoft.com/office/drawing/2014/main" id="{FA1CAD1C-AA84-5C1C-FF2A-E6718C269CA4}"/>
              </a:ext>
            </a:extLst>
          </p:cNvPr>
          <p:cNvGrpSpPr/>
          <p:nvPr/>
        </p:nvGrpSpPr>
        <p:grpSpPr>
          <a:xfrm>
            <a:off x="1565211" y="2390532"/>
            <a:ext cx="5317910" cy="3397318"/>
            <a:chOff x="1193423" y="2116667"/>
            <a:chExt cx="3017850" cy="2211267"/>
          </a:xfrm>
        </p:grpSpPr>
        <p:pic>
          <p:nvPicPr>
            <p:cNvPr id="281" name="Google Shape;281;p21">
              <a:extLst>
                <a:ext uri="{FF2B5EF4-FFF2-40B4-BE49-F238E27FC236}">
                  <a16:creationId xmlns:a16="http://schemas.microsoft.com/office/drawing/2014/main" id="{8B75A54E-C179-8DC3-5274-91A8AE6F2B3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3423" y="2530066"/>
              <a:ext cx="3017850" cy="1797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21">
              <a:extLst>
                <a:ext uri="{FF2B5EF4-FFF2-40B4-BE49-F238E27FC236}">
                  <a16:creationId xmlns:a16="http://schemas.microsoft.com/office/drawing/2014/main" id="{51BEBB8A-3A99-7B73-48E7-940286ECB53B}"/>
                </a:ext>
              </a:extLst>
            </p:cNvPr>
            <p:cNvSpPr txBox="1"/>
            <p:nvPr/>
          </p:nvSpPr>
          <p:spPr>
            <a:xfrm>
              <a:off x="1193423" y="2116667"/>
              <a:ext cx="1175020" cy="410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62" tIns="60915" rIns="121862" bIns="60915" anchor="t" anchorCtr="0">
              <a:spAutoFit/>
            </a:bodyPr>
            <a:lstStyle/>
            <a:p>
              <a:r>
                <a:rPr lang="en-US" sz="1866" b="1" dirty="0"/>
                <a:t>List</a:t>
              </a:r>
              <a:endParaRPr sz="1866" dirty="0"/>
            </a:p>
          </p:txBody>
        </p:sp>
      </p:grpSp>
    </p:spTree>
    <p:extLst>
      <p:ext uri="{BB962C8B-B14F-4D97-AF65-F5344CB8AC3E}">
        <p14:creationId xmlns:p14="http://schemas.microsoft.com/office/powerpoint/2010/main" val="4009995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D7D2576D-75A3-6BB4-28C4-EE7BC59F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>
            <a:extLst>
              <a:ext uri="{FF2B5EF4-FFF2-40B4-BE49-F238E27FC236}">
                <a16:creationId xmlns:a16="http://schemas.microsoft.com/office/drawing/2014/main" id="{065B3C99-93C6-7ED4-EFA3-8DF724C9AF38}"/>
              </a:ext>
            </a:extLst>
          </p:cNvPr>
          <p:cNvSpPr txBox="1"/>
          <p:nvPr/>
        </p:nvSpPr>
        <p:spPr>
          <a:xfrm>
            <a:off x="135182" y="44293"/>
            <a:ext cx="9915877" cy="112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6" tIns="121896" rIns="121896" bIns="121896" anchor="t" anchorCtr="0">
            <a:noAutofit/>
          </a:bodyPr>
          <a:lstStyle/>
          <a:p>
            <a:pPr>
              <a:buSzPts val="2400"/>
            </a:pPr>
            <a:r>
              <a:rPr lang="en-US" sz="3199" b="1" dirty="0">
                <a:solidFill>
                  <a:srgbClr val="48A8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Modify List</a:t>
            </a:r>
            <a:endParaRPr sz="1866" dirty="0"/>
          </a:p>
        </p:txBody>
      </p:sp>
      <p:pic>
        <p:nvPicPr>
          <p:cNvPr id="276" name="Google Shape;276;p21">
            <a:extLst>
              <a:ext uri="{FF2B5EF4-FFF2-40B4-BE49-F238E27FC236}">
                <a16:creationId xmlns:a16="http://schemas.microsoft.com/office/drawing/2014/main" id="{01E1581B-E7E5-A6DC-33E5-2B35D7916D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834" y="44292"/>
            <a:ext cx="1578985" cy="47993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>
            <a:extLst>
              <a:ext uri="{FF2B5EF4-FFF2-40B4-BE49-F238E27FC236}">
                <a16:creationId xmlns:a16="http://schemas.microsoft.com/office/drawing/2014/main" id="{CA0D585D-9441-C870-F93F-F1C3F45580FC}"/>
              </a:ext>
            </a:extLst>
          </p:cNvPr>
          <p:cNvSpPr/>
          <p:nvPr/>
        </p:nvSpPr>
        <p:spPr>
          <a:xfrm>
            <a:off x="10442160" y="1659754"/>
            <a:ext cx="5945765" cy="5344351"/>
          </a:xfrm>
          <a:prstGeom prst="parallelogram">
            <a:avLst>
              <a:gd name="adj" fmla="val 25000"/>
            </a:avLst>
          </a:prstGeom>
          <a:solidFill>
            <a:srgbClr val="48A8C4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1">
            <a:extLst>
              <a:ext uri="{FF2B5EF4-FFF2-40B4-BE49-F238E27FC236}">
                <a16:creationId xmlns:a16="http://schemas.microsoft.com/office/drawing/2014/main" id="{8B7DEC41-290F-82E7-FEBF-5B2D81F59C2C}"/>
              </a:ext>
            </a:extLst>
          </p:cNvPr>
          <p:cNvSpPr/>
          <p:nvPr/>
        </p:nvSpPr>
        <p:spPr>
          <a:xfrm>
            <a:off x="9883539" y="5079899"/>
            <a:ext cx="4015161" cy="1924206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21">
            <a:extLst>
              <a:ext uri="{FF2B5EF4-FFF2-40B4-BE49-F238E27FC236}">
                <a16:creationId xmlns:a16="http://schemas.microsoft.com/office/drawing/2014/main" id="{03384366-83EF-A8FA-F000-002F7CF22ED6}"/>
              </a:ext>
            </a:extLst>
          </p:cNvPr>
          <p:cNvSpPr/>
          <p:nvPr/>
        </p:nvSpPr>
        <p:spPr>
          <a:xfrm>
            <a:off x="10977602" y="4474085"/>
            <a:ext cx="1761456" cy="1222423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1">
            <a:extLst>
              <a:ext uri="{FF2B5EF4-FFF2-40B4-BE49-F238E27FC236}">
                <a16:creationId xmlns:a16="http://schemas.microsoft.com/office/drawing/2014/main" id="{476DD925-A175-7BD3-AC71-9A25D05651D9}"/>
              </a:ext>
            </a:extLst>
          </p:cNvPr>
          <p:cNvSpPr txBox="1"/>
          <p:nvPr/>
        </p:nvSpPr>
        <p:spPr>
          <a:xfrm>
            <a:off x="135181" y="1021791"/>
            <a:ext cx="11002151" cy="98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2" tIns="60915" rIns="121862" bIns="60915" anchor="t" anchorCtr="0">
            <a:spAutoFit/>
          </a:bodyPr>
          <a:lstStyle/>
          <a:p>
            <a:pPr marL="380876" indent="-380876">
              <a:buFontTx/>
              <a:buChar char="-"/>
            </a:pPr>
            <a:r>
              <a:rPr lang="en-US" sz="1866" b="1" dirty="0"/>
              <a:t>List </a:t>
            </a:r>
            <a:r>
              <a:rPr lang="en-US" sz="1866" dirty="0"/>
              <a:t>is a data structure in python that can saves many different types of other items.</a:t>
            </a:r>
          </a:p>
          <a:p>
            <a:r>
              <a:rPr lang="en-US" sz="1866" dirty="0"/>
              <a:t>Based on kind of non-primitive in data type and structure above, we can do basic calculation in python.</a:t>
            </a:r>
            <a:endParaRPr sz="1866" dirty="0"/>
          </a:p>
          <a:p>
            <a:endParaRPr sz="1866" dirty="0"/>
          </a:p>
        </p:txBody>
      </p:sp>
      <p:sp>
        <p:nvSpPr>
          <p:cNvPr id="3" name="Kotak Teks 2">
            <a:extLst>
              <a:ext uri="{FF2B5EF4-FFF2-40B4-BE49-F238E27FC236}">
                <a16:creationId xmlns:a16="http://schemas.microsoft.com/office/drawing/2014/main" id="{D3E719E4-5A13-3538-B8D9-E6D5E848399C}"/>
              </a:ext>
            </a:extLst>
          </p:cNvPr>
          <p:cNvSpPr txBox="1"/>
          <p:nvPr/>
        </p:nvSpPr>
        <p:spPr>
          <a:xfrm>
            <a:off x="219745" y="5417257"/>
            <a:ext cx="8190496" cy="666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6" dirty="0"/>
              <a:t>Notes : List, </a:t>
            </a:r>
            <a:r>
              <a:rPr lang="en-US" sz="1866" dirty="0" err="1"/>
              <a:t>berlaku</a:t>
            </a:r>
            <a:r>
              <a:rPr lang="en-US" sz="1866" dirty="0"/>
              <a:t> </a:t>
            </a:r>
            <a:r>
              <a:rPr lang="en-US" sz="1866" dirty="0" err="1"/>
              <a:t>konsep</a:t>
            </a:r>
            <a:r>
              <a:rPr lang="en-US" sz="1866" dirty="0"/>
              <a:t> Slicing dan indexing yang </a:t>
            </a:r>
            <a:r>
              <a:rPr lang="en-US" sz="1866" dirty="0" err="1"/>
              <a:t>akan</a:t>
            </a:r>
            <a:r>
              <a:rPr lang="en-US" sz="1866" dirty="0"/>
              <a:t> </a:t>
            </a:r>
            <a:r>
              <a:rPr lang="en-US" sz="1866" dirty="0" err="1"/>
              <a:t>dibahas</a:t>
            </a:r>
            <a:r>
              <a:rPr lang="en-US" sz="1866" dirty="0"/>
              <a:t> </a:t>
            </a:r>
            <a:r>
              <a:rPr lang="en-US" sz="1866" dirty="0" err="1"/>
              <a:t>setelah</a:t>
            </a:r>
            <a:r>
              <a:rPr lang="en-US" sz="1866" dirty="0"/>
              <a:t> </a:t>
            </a:r>
            <a:r>
              <a:rPr lang="en-US" sz="1866" dirty="0" err="1"/>
              <a:t>ini</a:t>
            </a:r>
            <a:endParaRPr lang="en-ID" sz="1866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DDA97170-59EB-BD53-C463-EA0C5D6EB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23" y="1881656"/>
            <a:ext cx="3631079" cy="1244216"/>
          </a:xfrm>
          <a:prstGeom prst="rect">
            <a:avLst/>
          </a:prstGeom>
        </p:spPr>
      </p:pic>
      <p:pic>
        <p:nvPicPr>
          <p:cNvPr id="6" name="Gambar 5">
            <a:extLst>
              <a:ext uri="{FF2B5EF4-FFF2-40B4-BE49-F238E27FC236}">
                <a16:creationId xmlns:a16="http://schemas.microsoft.com/office/drawing/2014/main" id="{1485423E-03FA-2E0E-2669-B0ADFA09C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623" y="1902693"/>
            <a:ext cx="4532501" cy="1625098"/>
          </a:xfrm>
          <a:prstGeom prst="rect">
            <a:avLst/>
          </a:prstGeom>
        </p:spPr>
      </p:pic>
      <p:pic>
        <p:nvPicPr>
          <p:cNvPr id="8" name="Gambar 7">
            <a:extLst>
              <a:ext uri="{FF2B5EF4-FFF2-40B4-BE49-F238E27FC236}">
                <a16:creationId xmlns:a16="http://schemas.microsoft.com/office/drawing/2014/main" id="{510A5231-D425-C4E8-50A4-96DF89628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45" y="3576692"/>
            <a:ext cx="5776717" cy="1625098"/>
          </a:xfrm>
          <a:prstGeom prst="rect">
            <a:avLst/>
          </a:prstGeom>
        </p:spPr>
      </p:pic>
      <p:pic>
        <p:nvPicPr>
          <p:cNvPr id="10" name="Gambar 9">
            <a:extLst>
              <a:ext uri="{FF2B5EF4-FFF2-40B4-BE49-F238E27FC236}">
                <a16:creationId xmlns:a16="http://schemas.microsoft.com/office/drawing/2014/main" id="{70ABA767-AB15-E517-4FE4-C674A9A526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542" y="3549220"/>
            <a:ext cx="5477044" cy="170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7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E727444A-DC18-078C-5F60-C55BE2157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936AA127-DDF7-A252-1EF1-F9D76479E4F5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40667239-CC3A-6F5C-024B-12DB5ADBD0E5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2F28B97A-2DD1-3E59-3ACD-84487D53DAE8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279A118A-FA27-B990-4F3D-7497F5E3DFC7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E491DBF6-2A52-3E95-025A-085D0DBB7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3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pPr marL="114300" indent="0">
              <a:buNone/>
            </a:pPr>
            <a:r>
              <a:rPr lang="en-ID" sz="3600" dirty="0"/>
              <a:t>Hands on</a:t>
            </a:r>
            <a:endParaRPr lang="en-US" sz="3600" dirty="0"/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D9439B10-6975-EB2D-496F-3061E583BF3B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5086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4DFB1C08-0B90-CA64-80A5-DA540678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77619AE0-08B4-8FF3-6C97-13ABB25E6BCE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05EB63E3-6F66-3CBF-5CAA-9375C8DAA769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5139BBA0-BFC1-C118-52AF-6385AC7540E2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A985510E-2664-5E6A-766C-90B365D5F79A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F9734DAD-DF0B-0C0C-F496-DA7BC291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3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r>
              <a:rPr lang="en-ID" sz="3600" dirty="0"/>
              <a:t>Indexing, Slicing</a:t>
            </a:r>
            <a:endParaRPr lang="en-US" sz="3600" dirty="0"/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AA1FE073-94B9-49BE-30FE-456356A4F01B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620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E2BD9646-75BE-4A88-DA8E-9BA0369F1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">
            <a:extLst>
              <a:ext uri="{FF2B5EF4-FFF2-40B4-BE49-F238E27FC236}">
                <a16:creationId xmlns:a16="http://schemas.microsoft.com/office/drawing/2014/main" id="{153253CE-0627-AF4F-97F6-D1F44B3A87AB}"/>
              </a:ext>
            </a:extLst>
          </p:cNvPr>
          <p:cNvSpPr txBox="1"/>
          <p:nvPr/>
        </p:nvSpPr>
        <p:spPr>
          <a:xfrm>
            <a:off x="256158" y="44293"/>
            <a:ext cx="9479874" cy="112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6" tIns="121896" rIns="121896" bIns="121896" anchor="t" anchorCtr="0">
            <a:noAutofit/>
          </a:bodyPr>
          <a:lstStyle/>
          <a:p>
            <a:pPr>
              <a:buSzPts val="3200"/>
            </a:pPr>
            <a:r>
              <a:rPr lang="en-US" sz="4400" b="1" dirty="0">
                <a:solidFill>
                  <a:srgbClr val="48A8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Indexing, Slicing</a:t>
            </a:r>
          </a:p>
        </p:txBody>
      </p:sp>
      <p:pic>
        <p:nvPicPr>
          <p:cNvPr id="243" name="Google Shape;243;p6">
            <a:extLst>
              <a:ext uri="{FF2B5EF4-FFF2-40B4-BE49-F238E27FC236}">
                <a16:creationId xmlns:a16="http://schemas.microsoft.com/office/drawing/2014/main" id="{8FB2766B-5E98-7A74-D512-43C7D54DBB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034" y="367951"/>
            <a:ext cx="1578985" cy="47993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>
            <a:extLst>
              <a:ext uri="{FF2B5EF4-FFF2-40B4-BE49-F238E27FC236}">
                <a16:creationId xmlns:a16="http://schemas.microsoft.com/office/drawing/2014/main" id="{AD28C152-470A-2F7C-0612-D83AD9B5930A}"/>
              </a:ext>
            </a:extLst>
          </p:cNvPr>
          <p:cNvSpPr/>
          <p:nvPr/>
        </p:nvSpPr>
        <p:spPr>
          <a:xfrm>
            <a:off x="10442160" y="1659754"/>
            <a:ext cx="5945765" cy="5344351"/>
          </a:xfrm>
          <a:prstGeom prst="parallelogram">
            <a:avLst>
              <a:gd name="adj" fmla="val 25000"/>
            </a:avLst>
          </a:prstGeom>
          <a:solidFill>
            <a:srgbClr val="48A8C4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6">
            <a:extLst>
              <a:ext uri="{FF2B5EF4-FFF2-40B4-BE49-F238E27FC236}">
                <a16:creationId xmlns:a16="http://schemas.microsoft.com/office/drawing/2014/main" id="{FE041566-CC07-547F-8426-8BE760FCCE6C}"/>
              </a:ext>
            </a:extLst>
          </p:cNvPr>
          <p:cNvSpPr/>
          <p:nvPr/>
        </p:nvSpPr>
        <p:spPr>
          <a:xfrm>
            <a:off x="9883539" y="5079899"/>
            <a:ext cx="4015161" cy="1924206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6">
            <a:extLst>
              <a:ext uri="{FF2B5EF4-FFF2-40B4-BE49-F238E27FC236}">
                <a16:creationId xmlns:a16="http://schemas.microsoft.com/office/drawing/2014/main" id="{BED4E70F-9490-BE1B-9507-510439264F95}"/>
              </a:ext>
            </a:extLst>
          </p:cNvPr>
          <p:cNvSpPr/>
          <p:nvPr/>
        </p:nvSpPr>
        <p:spPr>
          <a:xfrm>
            <a:off x="10977602" y="4474085"/>
            <a:ext cx="1761456" cy="1222423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6">
            <a:extLst>
              <a:ext uri="{FF2B5EF4-FFF2-40B4-BE49-F238E27FC236}">
                <a16:creationId xmlns:a16="http://schemas.microsoft.com/office/drawing/2014/main" id="{3D5AE905-6673-15AE-83A2-3C1F4D351DFA}"/>
              </a:ext>
            </a:extLst>
          </p:cNvPr>
          <p:cNvSpPr txBox="1"/>
          <p:nvPr/>
        </p:nvSpPr>
        <p:spPr>
          <a:xfrm>
            <a:off x="256158" y="1090347"/>
            <a:ext cx="11002151" cy="98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2" tIns="60915" rIns="121862" bIns="60915" anchor="t" anchorCtr="0">
            <a:spAutoFit/>
          </a:bodyPr>
          <a:lstStyle/>
          <a:p>
            <a:r>
              <a:rPr lang="en-US" sz="1866" dirty="0"/>
              <a:t>Pada String </a:t>
            </a:r>
            <a:r>
              <a:rPr lang="en-US" sz="1866" dirty="0" err="1"/>
              <a:t>terdapat</a:t>
            </a:r>
            <a:r>
              <a:rPr lang="en-US" sz="1866" dirty="0"/>
              <a:t> </a:t>
            </a:r>
            <a:r>
              <a:rPr lang="en-US" sz="1866" dirty="0" err="1"/>
              <a:t>konsep</a:t>
            </a:r>
            <a:r>
              <a:rPr lang="en-US" sz="1866" dirty="0"/>
              <a:t> </a:t>
            </a:r>
            <a:r>
              <a:rPr lang="en-US" sz="1866" dirty="0" err="1"/>
              <a:t>subscriptable</a:t>
            </a:r>
            <a:r>
              <a:rPr lang="en-US" sz="1866" dirty="0"/>
              <a:t> / Slicing : </a:t>
            </a:r>
            <a:r>
              <a:rPr lang="en-US" sz="1866" dirty="0" err="1"/>
              <a:t>Setiap</a:t>
            </a:r>
            <a:r>
              <a:rPr lang="en-US" sz="1866" dirty="0"/>
              <a:t> </a:t>
            </a:r>
            <a:r>
              <a:rPr lang="en-US" sz="1866" dirty="0" err="1"/>
              <a:t>elemen</a:t>
            </a:r>
            <a:r>
              <a:rPr lang="en-US" sz="1866" dirty="0"/>
              <a:t> </a:t>
            </a:r>
            <a:r>
              <a:rPr lang="en-US" sz="1866" dirty="0" err="1"/>
              <a:t>dari</a:t>
            </a:r>
            <a:r>
              <a:rPr lang="en-US" sz="1866" dirty="0"/>
              <a:t> string </a:t>
            </a:r>
            <a:r>
              <a:rPr lang="en-US" sz="1866" dirty="0" err="1"/>
              <a:t>terdapat</a:t>
            </a:r>
            <a:r>
              <a:rPr lang="en-US" sz="1866" dirty="0"/>
              <a:t> </a:t>
            </a:r>
            <a:r>
              <a:rPr lang="en-US" sz="1866" dirty="0" err="1"/>
              <a:t>sebuah</a:t>
            </a:r>
            <a:r>
              <a:rPr lang="en-US" sz="1866" dirty="0"/>
              <a:t> </a:t>
            </a:r>
            <a:r>
              <a:rPr lang="en-US" sz="1866" dirty="0" err="1"/>
              <a:t>angka</a:t>
            </a:r>
            <a:r>
              <a:rPr lang="en-US" sz="1866" dirty="0"/>
              <a:t> </a:t>
            </a:r>
            <a:r>
              <a:rPr lang="en-US" sz="1866" dirty="0" err="1"/>
              <a:t>indeks</a:t>
            </a:r>
            <a:r>
              <a:rPr lang="en-US" sz="1866" dirty="0"/>
              <a:t>. </a:t>
            </a:r>
            <a:r>
              <a:rPr lang="en-US" sz="1866" dirty="0" err="1"/>
              <a:t>Konsep</a:t>
            </a:r>
            <a:r>
              <a:rPr lang="en-US" sz="1866" dirty="0"/>
              <a:t> slicing </a:t>
            </a:r>
            <a:r>
              <a:rPr lang="en-US" sz="1866" dirty="0" err="1"/>
              <a:t>ini</a:t>
            </a:r>
            <a:r>
              <a:rPr lang="en-US" sz="1866" dirty="0"/>
              <a:t> </a:t>
            </a:r>
            <a:r>
              <a:rPr lang="en-US" sz="1866" b="1" dirty="0" err="1"/>
              <a:t>tidak</a:t>
            </a:r>
            <a:r>
              <a:rPr lang="en-US" sz="1866" b="1" dirty="0"/>
              <a:t> </a:t>
            </a:r>
            <a:r>
              <a:rPr lang="en-US" sz="1866" b="1" dirty="0" err="1"/>
              <a:t>dapat</a:t>
            </a:r>
            <a:r>
              <a:rPr lang="en-US" sz="1866" b="1" dirty="0"/>
              <a:t> </a:t>
            </a:r>
            <a:r>
              <a:rPr lang="en-US" sz="1866" b="1" dirty="0" err="1"/>
              <a:t>berlaku</a:t>
            </a:r>
            <a:r>
              <a:rPr lang="en-US" sz="1866" b="1" dirty="0"/>
              <a:t> pada </a:t>
            </a:r>
            <a:r>
              <a:rPr lang="en-US" sz="1866" b="1" dirty="0" err="1"/>
              <a:t>tipe</a:t>
            </a:r>
            <a:r>
              <a:rPr lang="en-US" sz="1866" b="1" dirty="0"/>
              <a:t> data int, float, Boolean</a:t>
            </a:r>
            <a:r>
              <a:rPr lang="en-US" sz="1866" dirty="0"/>
              <a:t>. </a:t>
            </a:r>
            <a:r>
              <a:rPr lang="en-US" sz="1866" b="1" dirty="0"/>
              <a:t>Hanya </a:t>
            </a:r>
            <a:r>
              <a:rPr lang="en-US" sz="1866" b="1" dirty="0" err="1"/>
              <a:t>berlaku</a:t>
            </a:r>
            <a:r>
              <a:rPr lang="en-US" sz="1866" b="1" dirty="0"/>
              <a:t> pada </a:t>
            </a:r>
            <a:r>
              <a:rPr lang="en-US" sz="1866" b="1" dirty="0" err="1"/>
              <a:t>tipe</a:t>
            </a:r>
            <a:r>
              <a:rPr lang="en-US" sz="1866" b="1" dirty="0"/>
              <a:t> data string</a:t>
            </a:r>
            <a:endParaRPr sz="1866" b="1" dirty="0"/>
          </a:p>
        </p:txBody>
      </p:sp>
      <p:sp>
        <p:nvSpPr>
          <p:cNvPr id="3" name="Kotak Teks 2">
            <a:extLst>
              <a:ext uri="{FF2B5EF4-FFF2-40B4-BE49-F238E27FC236}">
                <a16:creationId xmlns:a16="http://schemas.microsoft.com/office/drawing/2014/main" id="{02FB08AA-5E6F-5E2C-5AC0-FEA3F4D3FCED}"/>
              </a:ext>
            </a:extLst>
          </p:cNvPr>
          <p:cNvSpPr txBox="1"/>
          <p:nvPr/>
        </p:nvSpPr>
        <p:spPr>
          <a:xfrm>
            <a:off x="600300" y="2355777"/>
            <a:ext cx="8190496" cy="3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6" dirty="0" err="1"/>
              <a:t>Tipe</a:t>
            </a:r>
            <a:r>
              <a:rPr lang="en-US" sz="1866" dirty="0"/>
              <a:t> data string, </a:t>
            </a:r>
            <a:r>
              <a:rPr lang="en-US" sz="1866" dirty="0" err="1"/>
              <a:t>misal</a:t>
            </a:r>
            <a:r>
              <a:rPr lang="en-US" sz="1866" dirty="0"/>
              <a:t> </a:t>
            </a:r>
            <a:r>
              <a:rPr lang="en-US" sz="1866" dirty="0" err="1"/>
              <a:t>kita</a:t>
            </a:r>
            <a:r>
              <a:rPr lang="en-US" sz="1866" dirty="0"/>
              <a:t> </a:t>
            </a:r>
            <a:r>
              <a:rPr lang="en-US" sz="1866" dirty="0" err="1"/>
              <a:t>memiliki</a:t>
            </a:r>
            <a:r>
              <a:rPr lang="en-US" sz="1866" dirty="0"/>
              <a:t> string Bernama </a:t>
            </a:r>
            <a:r>
              <a:rPr lang="en-US" sz="1866" b="1" dirty="0"/>
              <a:t>ASTRING</a:t>
            </a:r>
            <a:r>
              <a:rPr lang="en-US" sz="1866" dirty="0"/>
              <a:t> </a:t>
            </a:r>
            <a:r>
              <a:rPr lang="en-US" sz="1866" dirty="0" err="1"/>
              <a:t>berikut</a:t>
            </a:r>
            <a:r>
              <a:rPr lang="en-US" sz="1866" dirty="0"/>
              <a:t> :</a:t>
            </a:r>
            <a:endParaRPr lang="en-ID" sz="1866" dirty="0"/>
          </a:p>
        </p:txBody>
      </p:sp>
      <p:pic>
        <p:nvPicPr>
          <p:cNvPr id="6" name="Gambar 5">
            <a:extLst>
              <a:ext uri="{FF2B5EF4-FFF2-40B4-BE49-F238E27FC236}">
                <a16:creationId xmlns:a16="http://schemas.microsoft.com/office/drawing/2014/main" id="{7886D656-DA67-BC43-8E7B-39B132FCC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0" y="3046922"/>
            <a:ext cx="7445627" cy="285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94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B1591CF8-B789-BF6E-FCB0-D22EF27D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">
            <a:extLst>
              <a:ext uri="{FF2B5EF4-FFF2-40B4-BE49-F238E27FC236}">
                <a16:creationId xmlns:a16="http://schemas.microsoft.com/office/drawing/2014/main" id="{4492B212-486F-0161-F42A-1EB4A5C871AA}"/>
              </a:ext>
            </a:extLst>
          </p:cNvPr>
          <p:cNvSpPr txBox="1"/>
          <p:nvPr/>
        </p:nvSpPr>
        <p:spPr>
          <a:xfrm>
            <a:off x="256158" y="44293"/>
            <a:ext cx="9479874" cy="112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6" tIns="121896" rIns="121896" bIns="121896" anchor="t" anchorCtr="0">
            <a:noAutofit/>
          </a:bodyPr>
          <a:lstStyle/>
          <a:p>
            <a:pPr>
              <a:buSzPts val="3200"/>
            </a:pPr>
            <a:r>
              <a:rPr lang="en-US" sz="4400" b="1" dirty="0">
                <a:solidFill>
                  <a:srgbClr val="48A8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Indexing, Slicing</a:t>
            </a:r>
          </a:p>
        </p:txBody>
      </p:sp>
      <p:pic>
        <p:nvPicPr>
          <p:cNvPr id="243" name="Google Shape;243;p6">
            <a:extLst>
              <a:ext uri="{FF2B5EF4-FFF2-40B4-BE49-F238E27FC236}">
                <a16:creationId xmlns:a16="http://schemas.microsoft.com/office/drawing/2014/main" id="{DA85AD89-50B8-E9A9-837B-1EC540B89B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034" y="367951"/>
            <a:ext cx="1578985" cy="47993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>
            <a:extLst>
              <a:ext uri="{FF2B5EF4-FFF2-40B4-BE49-F238E27FC236}">
                <a16:creationId xmlns:a16="http://schemas.microsoft.com/office/drawing/2014/main" id="{54E5F30E-F6E4-C4A5-EB58-11ACDC12246D}"/>
              </a:ext>
            </a:extLst>
          </p:cNvPr>
          <p:cNvSpPr/>
          <p:nvPr/>
        </p:nvSpPr>
        <p:spPr>
          <a:xfrm>
            <a:off x="10442160" y="1659754"/>
            <a:ext cx="5945765" cy="5344351"/>
          </a:xfrm>
          <a:prstGeom prst="parallelogram">
            <a:avLst>
              <a:gd name="adj" fmla="val 25000"/>
            </a:avLst>
          </a:prstGeom>
          <a:solidFill>
            <a:srgbClr val="48A8C4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6">
            <a:extLst>
              <a:ext uri="{FF2B5EF4-FFF2-40B4-BE49-F238E27FC236}">
                <a16:creationId xmlns:a16="http://schemas.microsoft.com/office/drawing/2014/main" id="{15D04EEF-712D-8D6F-E3E1-42091BFC5767}"/>
              </a:ext>
            </a:extLst>
          </p:cNvPr>
          <p:cNvSpPr/>
          <p:nvPr/>
        </p:nvSpPr>
        <p:spPr>
          <a:xfrm>
            <a:off x="9883539" y="5079899"/>
            <a:ext cx="4015161" cy="1924206"/>
          </a:xfrm>
          <a:prstGeom prst="parallelogram">
            <a:avLst>
              <a:gd name="adj" fmla="val 25000"/>
            </a:avLst>
          </a:prstGeom>
          <a:solidFill>
            <a:srgbClr val="FFBD58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6">
            <a:extLst>
              <a:ext uri="{FF2B5EF4-FFF2-40B4-BE49-F238E27FC236}">
                <a16:creationId xmlns:a16="http://schemas.microsoft.com/office/drawing/2014/main" id="{067BDF7F-C1C6-69F2-314C-7A4BA01EACFF}"/>
              </a:ext>
            </a:extLst>
          </p:cNvPr>
          <p:cNvSpPr/>
          <p:nvPr/>
        </p:nvSpPr>
        <p:spPr>
          <a:xfrm>
            <a:off x="10977602" y="4474085"/>
            <a:ext cx="1761456" cy="1222423"/>
          </a:xfrm>
          <a:prstGeom prst="parallelogram">
            <a:avLst>
              <a:gd name="adj" fmla="val 25000"/>
            </a:avLst>
          </a:prstGeom>
          <a:solidFill>
            <a:srgbClr val="F08B33"/>
          </a:solidFill>
          <a:ln>
            <a:noFill/>
          </a:ln>
        </p:spPr>
        <p:txBody>
          <a:bodyPr spcFirstLastPara="1" wrap="square" lIns="121862" tIns="121862" rIns="121862" bIns="121862" anchor="ctr" anchorCtr="0">
            <a:noAutofit/>
          </a:bodyPr>
          <a:lstStyle/>
          <a:p>
            <a:pPr algn="ctr">
              <a:buSzPts val="1400"/>
            </a:pPr>
            <a:endParaRPr sz="186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6">
            <a:extLst>
              <a:ext uri="{FF2B5EF4-FFF2-40B4-BE49-F238E27FC236}">
                <a16:creationId xmlns:a16="http://schemas.microsoft.com/office/drawing/2014/main" id="{ADE9A493-AE00-9568-59FC-7C2619F8F132}"/>
              </a:ext>
            </a:extLst>
          </p:cNvPr>
          <p:cNvSpPr txBox="1"/>
          <p:nvPr/>
        </p:nvSpPr>
        <p:spPr>
          <a:xfrm>
            <a:off x="256158" y="1090347"/>
            <a:ext cx="11002151" cy="6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2" tIns="60915" rIns="121862" bIns="60915" anchor="t" anchorCtr="0">
            <a:spAutoFit/>
          </a:bodyPr>
          <a:lstStyle/>
          <a:p>
            <a:r>
              <a:rPr lang="en-US" sz="1866" dirty="0"/>
              <a:t>Pada </a:t>
            </a:r>
            <a:r>
              <a:rPr lang="en-US" sz="1866" b="1" dirty="0"/>
              <a:t>list</a:t>
            </a:r>
            <a:r>
              <a:rPr lang="en-US" sz="1866" dirty="0"/>
              <a:t> pun </a:t>
            </a:r>
            <a:r>
              <a:rPr lang="en-US" sz="1866" dirty="0" err="1"/>
              <a:t>terdapat</a:t>
            </a:r>
            <a:r>
              <a:rPr lang="en-US" sz="1866" dirty="0"/>
              <a:t> </a:t>
            </a:r>
            <a:r>
              <a:rPr lang="en-US" sz="1866" dirty="0" err="1"/>
              <a:t>konsep</a:t>
            </a:r>
            <a:r>
              <a:rPr lang="en-US" sz="1866" dirty="0"/>
              <a:t> indexing dan slicing yang </a:t>
            </a:r>
            <a:r>
              <a:rPr lang="en-US" sz="1866" dirty="0" err="1"/>
              <a:t>konsepnya</a:t>
            </a:r>
            <a:r>
              <a:rPr lang="en-US" sz="1866" dirty="0"/>
              <a:t> </a:t>
            </a:r>
            <a:r>
              <a:rPr lang="en-US" sz="1866" dirty="0" err="1"/>
              <a:t>sama</a:t>
            </a:r>
            <a:r>
              <a:rPr lang="en-US" sz="1866" dirty="0"/>
              <a:t> </a:t>
            </a:r>
            <a:r>
              <a:rPr lang="en-US" sz="1866" dirty="0" err="1"/>
              <a:t>seperti</a:t>
            </a:r>
            <a:r>
              <a:rPr lang="en-US" sz="1866" dirty="0"/>
              <a:t> slicing pada string di </a:t>
            </a:r>
            <a:r>
              <a:rPr lang="en-US" sz="1866" dirty="0" err="1"/>
              <a:t>pembahasan</a:t>
            </a:r>
            <a:r>
              <a:rPr lang="en-US" sz="1866" dirty="0"/>
              <a:t> </a:t>
            </a:r>
            <a:r>
              <a:rPr lang="en-US" sz="1866" dirty="0" err="1"/>
              <a:t>sebelumnya</a:t>
            </a:r>
            <a:r>
              <a:rPr lang="en-US" sz="1866" dirty="0"/>
              <a:t> :</a:t>
            </a:r>
            <a:endParaRPr sz="1866" b="1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8D6FA3FE-2064-11BF-BA31-FD804249D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587" y="1787627"/>
            <a:ext cx="4521292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19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1704A05B-2F93-BC05-BAFA-7AB1A2B6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65D08311-866B-52F5-0013-6487EA9CACA7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9F28E2EC-B90B-CF52-2A7B-05AA78793694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81F2C9C0-FD8D-D64D-03DB-EFE66370797C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56692BF8-EEA4-1047-700D-4734A934EA24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DB68333A-3A36-C5C0-094C-9EB5EFBC1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3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pPr marL="114300" indent="0">
              <a:buNone/>
            </a:pPr>
            <a:r>
              <a:rPr lang="en-ID" sz="3600" dirty="0"/>
              <a:t>Hands on</a:t>
            </a:r>
            <a:endParaRPr lang="en-US" sz="3600" dirty="0"/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ECDC3E57-4471-A2B9-74ED-74D5224C8384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872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9E8E6D6F-4173-0B6D-77FA-14BD91057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DEBF9DF6-F569-E322-D83E-525C65433434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233A4422-6779-3A13-884E-042D5566DBD0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31953924-2D56-D47A-5F33-37239CA64044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52F3E7AD-EE30-CC03-8C4D-41947DB7AADE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171C057B-8CD5-672B-9441-83BB8114D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3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r>
              <a:rPr lang="en-US" sz="3600" dirty="0"/>
              <a:t>Iterating over lists</a:t>
            </a:r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025204CB-214A-8EFC-696F-0A3F9FB2C2A3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0288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F4DCE996-B8BF-FC76-3C9B-B2902B57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585e5a41e_0_267">
            <a:extLst>
              <a:ext uri="{FF2B5EF4-FFF2-40B4-BE49-F238E27FC236}">
                <a16:creationId xmlns:a16="http://schemas.microsoft.com/office/drawing/2014/main" id="{BF8D2DC9-8C39-1DB9-86B3-C7DBB0CD06DF}"/>
              </a:ext>
            </a:extLst>
          </p:cNvPr>
          <p:cNvSpPr txBox="1"/>
          <p:nvPr/>
        </p:nvSpPr>
        <p:spPr>
          <a:xfrm>
            <a:off x="256158" y="44293"/>
            <a:ext cx="9479874" cy="112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6" tIns="121896" rIns="121896" bIns="121896" anchor="t" anchorCtr="0">
            <a:noAutofit/>
          </a:bodyPr>
          <a:lstStyle/>
          <a:p>
            <a:r>
              <a:rPr lang="en-US" sz="4265" b="1" dirty="0">
                <a:solidFill>
                  <a:srgbClr val="48A8C4"/>
                </a:solidFill>
                <a:latin typeface="Times New Roman" panose="02020603050405020304" pitchFamily="18" charset="0"/>
                <a:ea typeface="Plus Jakarta Sans"/>
                <a:cs typeface="Times New Roman" panose="02020603050405020304" pitchFamily="18" charset="0"/>
                <a:sym typeface="Plus Jakarta Sans"/>
              </a:rPr>
              <a:t>Iterating over lists</a:t>
            </a:r>
          </a:p>
        </p:txBody>
      </p:sp>
      <p:pic>
        <p:nvPicPr>
          <p:cNvPr id="195" name="Google Shape;195;g26585e5a41e_0_267">
            <a:extLst>
              <a:ext uri="{FF2B5EF4-FFF2-40B4-BE49-F238E27FC236}">
                <a16:creationId xmlns:a16="http://schemas.microsoft.com/office/drawing/2014/main" id="{FFA92385-717A-36B0-5414-62422CD8B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034" y="367951"/>
            <a:ext cx="1578985" cy="479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 1">
            <a:extLst>
              <a:ext uri="{FF2B5EF4-FFF2-40B4-BE49-F238E27FC236}">
                <a16:creationId xmlns:a16="http://schemas.microsoft.com/office/drawing/2014/main" id="{002B1657-5745-A445-7497-2CFF6F143A0B}"/>
              </a:ext>
            </a:extLst>
          </p:cNvPr>
          <p:cNvGrpSpPr/>
          <p:nvPr/>
        </p:nvGrpSpPr>
        <p:grpSpPr>
          <a:xfrm>
            <a:off x="9883539" y="1659754"/>
            <a:ext cx="6504386" cy="5344351"/>
            <a:chOff x="9883539" y="1659754"/>
            <a:chExt cx="6504386" cy="5344351"/>
          </a:xfrm>
        </p:grpSpPr>
        <p:sp>
          <p:nvSpPr>
            <p:cNvPr id="196" name="Google Shape;196;g26585e5a41e_0_267">
              <a:extLst>
                <a:ext uri="{FF2B5EF4-FFF2-40B4-BE49-F238E27FC236}">
                  <a16:creationId xmlns:a16="http://schemas.microsoft.com/office/drawing/2014/main" id="{8E20F2A6-16CB-85B7-AFA7-CDEE015B37E6}"/>
                </a:ext>
              </a:extLst>
            </p:cNvPr>
            <p:cNvSpPr/>
            <p:nvPr/>
          </p:nvSpPr>
          <p:spPr>
            <a:xfrm>
              <a:off x="10442160" y="1659754"/>
              <a:ext cx="5945765" cy="5344351"/>
            </a:xfrm>
            <a:prstGeom prst="parallelogram">
              <a:avLst>
                <a:gd name="adj" fmla="val 25000"/>
              </a:avLst>
            </a:prstGeom>
            <a:solidFill>
              <a:srgbClr val="48A8C4"/>
            </a:solidFill>
            <a:ln>
              <a:noFill/>
            </a:ln>
          </p:spPr>
          <p:txBody>
            <a:bodyPr spcFirstLastPara="1" wrap="square" lIns="121862" tIns="121862" rIns="121862" bIns="121862" anchor="ctr" anchorCtr="0">
              <a:noAutofit/>
            </a:bodyPr>
            <a:lstStyle/>
            <a:p>
              <a:pPr algn="ctr"/>
              <a:endParaRPr sz="1866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97" name="Google Shape;197;g26585e5a41e_0_267">
              <a:extLst>
                <a:ext uri="{FF2B5EF4-FFF2-40B4-BE49-F238E27FC236}">
                  <a16:creationId xmlns:a16="http://schemas.microsoft.com/office/drawing/2014/main" id="{B417F621-D303-F60E-2B67-E0EB3EEB7340}"/>
                </a:ext>
              </a:extLst>
            </p:cNvPr>
            <p:cNvSpPr/>
            <p:nvPr/>
          </p:nvSpPr>
          <p:spPr>
            <a:xfrm>
              <a:off x="9883539" y="5079899"/>
              <a:ext cx="4015161" cy="1924206"/>
            </a:xfrm>
            <a:prstGeom prst="parallelogram">
              <a:avLst>
                <a:gd name="adj" fmla="val 25000"/>
              </a:avLst>
            </a:prstGeom>
            <a:solidFill>
              <a:srgbClr val="FFBD58"/>
            </a:solidFill>
            <a:ln>
              <a:noFill/>
            </a:ln>
          </p:spPr>
          <p:txBody>
            <a:bodyPr spcFirstLastPara="1" wrap="square" lIns="121862" tIns="121862" rIns="121862" bIns="121862" anchor="ctr" anchorCtr="0">
              <a:noAutofit/>
            </a:bodyPr>
            <a:lstStyle/>
            <a:p>
              <a:pPr algn="ctr"/>
              <a:endParaRPr sz="1866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98" name="Google Shape;198;g26585e5a41e_0_267">
              <a:extLst>
                <a:ext uri="{FF2B5EF4-FFF2-40B4-BE49-F238E27FC236}">
                  <a16:creationId xmlns:a16="http://schemas.microsoft.com/office/drawing/2014/main" id="{73302344-1875-D021-410E-F53327CFF0C6}"/>
                </a:ext>
              </a:extLst>
            </p:cNvPr>
            <p:cNvSpPr/>
            <p:nvPr/>
          </p:nvSpPr>
          <p:spPr>
            <a:xfrm>
              <a:off x="10977602" y="4474085"/>
              <a:ext cx="1761456" cy="1222423"/>
            </a:xfrm>
            <a:prstGeom prst="parallelogram">
              <a:avLst>
                <a:gd name="adj" fmla="val 25000"/>
              </a:avLst>
            </a:prstGeom>
            <a:solidFill>
              <a:srgbClr val="F08B33"/>
            </a:solidFill>
            <a:ln>
              <a:noFill/>
            </a:ln>
          </p:spPr>
          <p:txBody>
            <a:bodyPr spcFirstLastPara="1" wrap="square" lIns="121862" tIns="121862" rIns="121862" bIns="121862" anchor="ctr" anchorCtr="0">
              <a:noAutofit/>
            </a:bodyPr>
            <a:lstStyle/>
            <a:p>
              <a:pPr algn="ctr"/>
              <a:endParaRPr sz="1866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CB42E208-4432-BB7F-A5B7-DF3DAA48B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4A1B7419-C26A-A812-7239-64ED96926AF7}"/>
              </a:ext>
            </a:extLst>
          </p:cNvPr>
          <p:cNvSpPr txBox="1"/>
          <p:nvPr/>
        </p:nvSpPr>
        <p:spPr>
          <a:xfrm>
            <a:off x="338212" y="1464492"/>
            <a:ext cx="81944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/>
              <a:t>1. For loop </a:t>
            </a:r>
            <a:r>
              <a:rPr lang="en-ID" sz="1800" b="1" dirty="0" err="1"/>
              <a:t>langsung</a:t>
            </a:r>
            <a:endParaRPr lang="en-ID" sz="1800" dirty="0"/>
          </a:p>
          <a:p>
            <a:r>
              <a:rPr lang="en-ID" sz="1800" dirty="0" err="1"/>
              <a:t>Mengambil</a:t>
            </a:r>
            <a:r>
              <a:rPr lang="en-ID" sz="1800" dirty="0"/>
              <a:t> </a:t>
            </a:r>
            <a:r>
              <a:rPr lang="en-ID" sz="1800" b="1" dirty="0" err="1"/>
              <a:t>nilai</a:t>
            </a:r>
            <a:r>
              <a:rPr lang="en-ID" sz="1800" b="1" dirty="0"/>
              <a:t> </a:t>
            </a:r>
            <a:r>
              <a:rPr lang="en-ID" sz="1800" b="1" dirty="0" err="1"/>
              <a:t>elemen</a:t>
            </a:r>
            <a:r>
              <a:rPr lang="en-ID" sz="1800" dirty="0"/>
              <a:t> </a:t>
            </a:r>
            <a:r>
              <a:rPr lang="en-ID" sz="1800" dirty="0" err="1"/>
              <a:t>satu</a:t>
            </a:r>
            <a:r>
              <a:rPr lang="en-ID" sz="1800" dirty="0"/>
              <a:t> per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tanpa</a:t>
            </a:r>
            <a:r>
              <a:rPr lang="en-ID" sz="1800" dirty="0"/>
              <a:t> </a:t>
            </a:r>
            <a:r>
              <a:rPr lang="en-ID" sz="1800" dirty="0" err="1"/>
              <a:t>peduli</a:t>
            </a:r>
            <a:r>
              <a:rPr lang="en-ID" sz="1800" dirty="0"/>
              <a:t> index.</a:t>
            </a:r>
          </a:p>
          <a:p>
            <a:r>
              <a:rPr lang="en-ID" sz="1800" b="1" dirty="0"/>
              <a:t>Kapan </a:t>
            </a:r>
            <a:r>
              <a:rPr lang="en-ID" sz="1800" b="1" dirty="0" err="1"/>
              <a:t>digunakan</a:t>
            </a:r>
            <a:r>
              <a:rPr lang="en-ID" sz="1800" b="1" dirty="0"/>
              <a:t>:</a:t>
            </a:r>
            <a:r>
              <a:rPr lang="en-ID" sz="1800" dirty="0"/>
              <a:t> </a:t>
            </a:r>
            <a:r>
              <a:rPr lang="en-ID" sz="1800" dirty="0" err="1"/>
              <a:t>saat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perlu</a:t>
            </a:r>
            <a:r>
              <a:rPr lang="en-ID" sz="1800" dirty="0"/>
              <a:t> </a:t>
            </a:r>
            <a:r>
              <a:rPr lang="en-ID" sz="1800" dirty="0" err="1"/>
              <a:t>memproses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, </a:t>
            </a:r>
            <a:r>
              <a:rPr lang="en-ID" sz="1800" dirty="0" err="1"/>
              <a:t>bukan</a:t>
            </a:r>
            <a:r>
              <a:rPr lang="en-ID" sz="1800" dirty="0"/>
              <a:t> </a:t>
            </a:r>
            <a:r>
              <a:rPr lang="en-ID" sz="1800" dirty="0" err="1"/>
              <a:t>posisinya</a:t>
            </a:r>
            <a:r>
              <a:rPr lang="en-ID" sz="1800" dirty="0"/>
              <a:t>.</a:t>
            </a:r>
          </a:p>
          <a:p>
            <a:endParaRPr lang="en-ID" sz="1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2. For loop + index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Mengambil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index dan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nilai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dengan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highlight>
                  <a:srgbClr val="C0C0C0"/>
                </a:highlight>
                <a:latin typeface="Arial Unicode MS"/>
              </a:rPr>
              <a:t>range(</a:t>
            </a:r>
            <a:r>
              <a:rPr lang="en-US" altLang="en-US" sz="1800" dirty="0" err="1">
                <a:solidFill>
                  <a:schemeClr val="tx1"/>
                </a:solidFill>
                <a:highlight>
                  <a:srgbClr val="C0C0C0"/>
                </a:highlight>
                <a:latin typeface="Arial Unicode MS"/>
              </a:rPr>
              <a:t>len</a:t>
            </a:r>
            <a:r>
              <a:rPr lang="en-US" altLang="en-US" sz="1800" dirty="0">
                <a:solidFill>
                  <a:schemeClr val="tx1"/>
                </a:solidFill>
                <a:highlight>
                  <a:srgbClr val="C0C0C0"/>
                </a:highlight>
                <a:latin typeface="Arial Unicode MS"/>
              </a:rPr>
              <a:t>(list))</a:t>
            </a:r>
            <a:r>
              <a:rPr lang="en-US" altLang="en-US" sz="1800" dirty="0">
                <a:solidFill>
                  <a:schemeClr val="tx1"/>
                </a:solidFill>
                <a:highlight>
                  <a:srgbClr val="C0C0C0"/>
                </a:highlight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highlight>
                  <a:srgbClr val="C0C0C0"/>
                </a:highlight>
              </a:rPr>
              <a:t>atau</a:t>
            </a:r>
            <a:r>
              <a:rPr lang="en-US" altLang="en-US" sz="1800" dirty="0">
                <a:solidFill>
                  <a:schemeClr val="tx1"/>
                </a:solidFill>
                <a:highlight>
                  <a:srgbClr val="C0C0C0"/>
                </a:highlight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highlight>
                  <a:srgbClr val="C0C0C0"/>
                </a:highlight>
                <a:latin typeface="Arial Unicode MS"/>
              </a:rPr>
              <a:t>enumerate()</a:t>
            </a:r>
            <a:r>
              <a:rPr lang="en-US" altLang="en-US" sz="1800" dirty="0">
                <a:solidFill>
                  <a:schemeClr val="tx1"/>
                </a:solidFill>
                <a:highlight>
                  <a:srgbClr val="C0C0C0"/>
                </a:highlight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highlight>
                <a:srgbClr val="C0C0C0"/>
              </a:highligh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D" sz="1800" b="1" dirty="0"/>
              <a:t>Kapan </a:t>
            </a:r>
            <a:r>
              <a:rPr lang="en-ID" sz="1800" b="1" dirty="0" err="1"/>
              <a:t>digunakan</a:t>
            </a:r>
            <a:r>
              <a:rPr lang="en-ID" sz="1800" b="1" dirty="0"/>
              <a:t>:</a:t>
            </a:r>
            <a:r>
              <a:rPr lang="en-ID" sz="1800" dirty="0"/>
              <a:t> </a:t>
            </a:r>
            <a:r>
              <a:rPr lang="en-ID" sz="1800" dirty="0" err="1"/>
              <a:t>saat</a:t>
            </a:r>
            <a:r>
              <a:rPr lang="en-ID" sz="1800" dirty="0"/>
              <a:t> </a:t>
            </a:r>
            <a:r>
              <a:rPr lang="en-ID" sz="1800" dirty="0" err="1"/>
              <a:t>butuh</a:t>
            </a:r>
            <a:r>
              <a:rPr lang="en-ID" sz="1800" dirty="0"/>
              <a:t> </a:t>
            </a:r>
            <a:r>
              <a:rPr lang="en-ID" sz="1800" dirty="0" err="1"/>
              <a:t>memproses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ID" sz="1800" dirty="0" err="1"/>
              <a:t>berdasarkan</a:t>
            </a:r>
            <a:r>
              <a:rPr lang="en-ID" sz="1800" dirty="0"/>
              <a:t> </a:t>
            </a:r>
            <a:r>
              <a:rPr lang="en-ID" sz="1800" dirty="0" err="1"/>
              <a:t>posisi</a:t>
            </a:r>
            <a:r>
              <a:rPr lang="en-ID" sz="1800" dirty="0"/>
              <a:t>.</a:t>
            </a:r>
            <a:endParaRPr lang="en-US" altLang="en-US" sz="1800" dirty="0">
              <a:solidFill>
                <a:schemeClr val="tx1"/>
              </a:solidFill>
              <a:highlight>
                <a:srgbClr val="C0C0C0"/>
              </a:highligh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3. </a:t>
            </a:r>
            <a:r>
              <a:rPr lang="en-ID" sz="1800" b="1" dirty="0"/>
              <a:t>zip() → </a:t>
            </a:r>
            <a:r>
              <a:rPr lang="en-ID" sz="1800" b="1" dirty="0" err="1"/>
              <a:t>Iterasi</a:t>
            </a:r>
            <a:r>
              <a:rPr lang="en-ID" sz="1800" b="1" dirty="0"/>
              <a:t> dua list </a:t>
            </a:r>
            <a:r>
              <a:rPr lang="en-ID" sz="1800" b="1" dirty="0" err="1"/>
              <a:t>bersamaan</a:t>
            </a:r>
            <a:endParaRPr lang="en-ID" sz="1800" dirty="0"/>
          </a:p>
          <a:p>
            <a:r>
              <a:rPr lang="en-ID" sz="1800" dirty="0" err="1"/>
              <a:t>Menggabungkan</a:t>
            </a:r>
            <a:r>
              <a:rPr lang="en-ID" sz="1800" dirty="0"/>
              <a:t> dua list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diiterasi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satu</a:t>
            </a:r>
            <a:r>
              <a:rPr lang="en-ID" sz="1800" dirty="0"/>
              <a:t> loop.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D" sz="1800" b="1" dirty="0"/>
              <a:t>Kapan </a:t>
            </a:r>
            <a:r>
              <a:rPr lang="en-ID" sz="1800" b="1" dirty="0" err="1"/>
              <a:t>digunakan</a:t>
            </a:r>
            <a:r>
              <a:rPr lang="en-ID" sz="1800" b="1" dirty="0"/>
              <a:t>:</a:t>
            </a:r>
            <a:r>
              <a:rPr lang="en-ID" sz="1800" dirty="0"/>
              <a:t> </a:t>
            </a:r>
            <a:r>
              <a:rPr lang="en-ID" sz="1800" dirty="0" err="1"/>
              <a:t>saat</a:t>
            </a:r>
            <a:r>
              <a:rPr lang="en-ID" sz="1800" dirty="0"/>
              <a:t> </a:t>
            </a:r>
            <a:r>
              <a:rPr lang="en-ID" sz="1800" dirty="0" err="1"/>
              <a:t>butuh</a:t>
            </a:r>
            <a:r>
              <a:rPr lang="en-ID" sz="1800" dirty="0"/>
              <a:t> </a:t>
            </a:r>
            <a:r>
              <a:rPr lang="en-ID" sz="1800" dirty="0" err="1"/>
              <a:t>memproses</a:t>
            </a:r>
            <a:r>
              <a:rPr lang="en-ID" sz="1800" dirty="0"/>
              <a:t> </a:t>
            </a:r>
            <a:r>
              <a:rPr lang="en-ID" sz="1800" dirty="0" err="1"/>
              <a:t>elemen</a:t>
            </a:r>
            <a:r>
              <a:rPr lang="en-ID" sz="1800" dirty="0"/>
              <a:t> yang </a:t>
            </a:r>
            <a:r>
              <a:rPr lang="en-ID" sz="1800" dirty="0" err="1"/>
              <a:t>saling</a:t>
            </a:r>
            <a:r>
              <a:rPr lang="en-ID" sz="1800" dirty="0"/>
              <a:t> </a:t>
            </a:r>
            <a:r>
              <a:rPr lang="en-ID" sz="1800" dirty="0" err="1"/>
              <a:t>berhubungan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dua list.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720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928681F0-E7E5-98E1-337F-5BBFCCF2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0406959E-45F2-4B5E-602D-DF568D6DADC2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D304480A-4C4A-9F27-61B6-146599808904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B48F95D3-F8F3-E326-1CAE-137F7BC651D7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C4B8DAA7-2843-E544-F344-05341E20254B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4664B72E-89DE-8D85-4A2E-514C107C2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3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pPr marL="114300" indent="0">
              <a:buNone/>
            </a:pPr>
            <a:r>
              <a:rPr lang="en-ID" sz="3600" dirty="0"/>
              <a:t>Hands on</a:t>
            </a:r>
            <a:endParaRPr lang="en-US" sz="3600" dirty="0"/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97212818-1F9F-6B70-78D5-FC9480E34181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6412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FBEB3560-53FE-FFA4-8091-5A7B57AB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D77A3853-28D5-1FB0-9609-FCE021F4B31C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FB55F992-7175-EEC7-56EC-65B96180C531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04B18F1A-5CFF-7935-8EEB-58E402F1321A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E64E4029-FB99-A283-0B3E-2AF33D9D260E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46CAB5DE-1B63-A686-7F7C-852405192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123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r>
              <a:rPr lang="en-US" sz="3600" dirty="0"/>
              <a:t>Dictionary basics (key-value pairs)</a:t>
            </a:r>
            <a:endParaRPr lang="en-US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5199FECD-EE3E-1F01-E925-A2533EEA8DF4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4164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87914BE0-9D79-CB0A-0D91-50C613B5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>
            <a:extLst>
              <a:ext uri="{FF2B5EF4-FFF2-40B4-BE49-F238E27FC236}">
                <a16:creationId xmlns:a16="http://schemas.microsoft.com/office/drawing/2014/main" id="{FEA0B582-4688-9D2E-8FED-C56184AE1D2D}"/>
              </a:ext>
            </a:extLst>
          </p:cNvPr>
          <p:cNvSpPr txBox="1"/>
          <p:nvPr/>
        </p:nvSpPr>
        <p:spPr>
          <a:xfrm>
            <a:off x="135182" y="44293"/>
            <a:ext cx="9915877" cy="112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6" tIns="121896" rIns="121896" bIns="121896" anchor="t" anchorCtr="0">
            <a:noAutofit/>
          </a:bodyPr>
          <a:lstStyle/>
          <a:p>
            <a:pPr>
              <a:buSzPts val="2400"/>
            </a:pPr>
            <a:r>
              <a:rPr lang="en-US" sz="3199" b="1">
                <a:solidFill>
                  <a:srgbClr val="48A8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 and Structure : Non-Primitive</a:t>
            </a:r>
            <a:endParaRPr sz="1866"/>
          </a:p>
        </p:txBody>
      </p:sp>
      <p:pic>
        <p:nvPicPr>
          <p:cNvPr id="292" name="Google Shape;292;p22">
            <a:extLst>
              <a:ext uri="{FF2B5EF4-FFF2-40B4-BE49-F238E27FC236}">
                <a16:creationId xmlns:a16="http://schemas.microsoft.com/office/drawing/2014/main" id="{7760EE5C-74DE-8BE7-7468-1E8CBEC100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834" y="44292"/>
            <a:ext cx="1578985" cy="47993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>
            <a:extLst>
              <a:ext uri="{FF2B5EF4-FFF2-40B4-BE49-F238E27FC236}">
                <a16:creationId xmlns:a16="http://schemas.microsoft.com/office/drawing/2014/main" id="{37ED5975-1083-FFE4-1DB0-B4EA77B5BC71}"/>
              </a:ext>
            </a:extLst>
          </p:cNvPr>
          <p:cNvSpPr txBox="1"/>
          <p:nvPr/>
        </p:nvSpPr>
        <p:spPr>
          <a:xfrm>
            <a:off x="135181" y="883473"/>
            <a:ext cx="11002151" cy="6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2" tIns="60915" rIns="121862" bIns="60915" anchor="t" anchorCtr="0">
            <a:spAutoFit/>
          </a:bodyPr>
          <a:lstStyle/>
          <a:p>
            <a:r>
              <a:rPr lang="en-US" sz="1866" dirty="0"/>
              <a:t>- </a:t>
            </a:r>
            <a:r>
              <a:rPr lang="en-US" sz="1866" b="1" dirty="0"/>
              <a:t>Dictionary</a:t>
            </a:r>
            <a:r>
              <a:rPr lang="en-US" sz="1866" dirty="0"/>
              <a:t> is a data structure that enables us to have a direct access for specific value via the corresponding key. Value can vary with primitive type or non-primitive type.</a:t>
            </a:r>
            <a:endParaRPr sz="1866" dirty="0"/>
          </a:p>
        </p:txBody>
      </p:sp>
      <p:pic>
        <p:nvPicPr>
          <p:cNvPr id="3" name="Gambar 2">
            <a:extLst>
              <a:ext uri="{FF2B5EF4-FFF2-40B4-BE49-F238E27FC236}">
                <a16:creationId xmlns:a16="http://schemas.microsoft.com/office/drawing/2014/main" id="{995B4A10-79CE-E184-B216-FA76DE8E2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94" y="1563941"/>
            <a:ext cx="5746468" cy="1709392"/>
          </a:xfrm>
          <a:prstGeom prst="rect">
            <a:avLst/>
          </a:prstGeom>
        </p:spPr>
      </p:pic>
      <p:pic>
        <p:nvPicPr>
          <p:cNvPr id="5" name="Gambar 4">
            <a:extLst>
              <a:ext uri="{FF2B5EF4-FFF2-40B4-BE49-F238E27FC236}">
                <a16:creationId xmlns:a16="http://schemas.microsoft.com/office/drawing/2014/main" id="{EE907097-99DB-EAB8-BC18-FA886100A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494" y="3409240"/>
            <a:ext cx="5746468" cy="1003020"/>
          </a:xfrm>
          <a:prstGeom prst="rect">
            <a:avLst/>
          </a:prstGeom>
        </p:spPr>
      </p:pic>
      <p:pic>
        <p:nvPicPr>
          <p:cNvPr id="7" name="Gambar 6">
            <a:extLst>
              <a:ext uri="{FF2B5EF4-FFF2-40B4-BE49-F238E27FC236}">
                <a16:creationId xmlns:a16="http://schemas.microsoft.com/office/drawing/2014/main" id="{6F90A830-19BC-4A80-2D2A-844DCBBCA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82" y="4412260"/>
            <a:ext cx="5796058" cy="1067475"/>
          </a:xfrm>
          <a:prstGeom prst="rect">
            <a:avLst/>
          </a:prstGeom>
        </p:spPr>
      </p:pic>
      <p:pic>
        <p:nvPicPr>
          <p:cNvPr id="9" name="Gambar 8">
            <a:extLst>
              <a:ext uri="{FF2B5EF4-FFF2-40B4-BE49-F238E27FC236}">
                <a16:creationId xmlns:a16="http://schemas.microsoft.com/office/drawing/2014/main" id="{96027EA6-D14A-7207-6D9D-FF26C0669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5591" y="4412260"/>
            <a:ext cx="4853369" cy="1218215"/>
          </a:xfrm>
          <a:prstGeom prst="rect">
            <a:avLst/>
          </a:prstGeom>
        </p:spPr>
      </p:pic>
      <p:pic>
        <p:nvPicPr>
          <p:cNvPr id="11" name="Gambar 10">
            <a:extLst>
              <a:ext uri="{FF2B5EF4-FFF2-40B4-BE49-F238E27FC236}">
                <a16:creationId xmlns:a16="http://schemas.microsoft.com/office/drawing/2014/main" id="{080DFB60-1B2E-2B2F-E786-8CF3A9423A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5591" y="1642964"/>
            <a:ext cx="5031736" cy="944294"/>
          </a:xfrm>
          <a:prstGeom prst="rect">
            <a:avLst/>
          </a:prstGeom>
        </p:spPr>
      </p:pic>
      <p:pic>
        <p:nvPicPr>
          <p:cNvPr id="13" name="Gambar 12">
            <a:extLst>
              <a:ext uri="{FF2B5EF4-FFF2-40B4-BE49-F238E27FC236}">
                <a16:creationId xmlns:a16="http://schemas.microsoft.com/office/drawing/2014/main" id="{D79B493A-52BA-413C-9850-E0125B2C35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8042" y="2769351"/>
            <a:ext cx="4032064" cy="12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0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>
          <a:extLst>
            <a:ext uri="{FF2B5EF4-FFF2-40B4-BE49-F238E27FC236}">
              <a16:creationId xmlns:a16="http://schemas.microsoft.com/office/drawing/2014/main" id="{3299751C-A1D3-0C52-DF35-BA3E2610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>
            <a:extLst>
              <a:ext uri="{FF2B5EF4-FFF2-40B4-BE49-F238E27FC236}">
                <a16:creationId xmlns:a16="http://schemas.microsoft.com/office/drawing/2014/main" id="{378C6125-7406-3538-677A-3D1BA30A422A}"/>
              </a:ext>
            </a:extLst>
          </p:cNvPr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>
              <a:extLst>
                <a:ext uri="{FF2B5EF4-FFF2-40B4-BE49-F238E27FC236}">
                  <a16:creationId xmlns:a16="http://schemas.microsoft.com/office/drawing/2014/main" id="{0107AA4D-8D45-04F7-E2C7-EFB5BF738167}"/>
                </a:ext>
              </a:extLst>
            </p:cNvPr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>
              <a:extLst>
                <a:ext uri="{FF2B5EF4-FFF2-40B4-BE49-F238E27FC236}">
                  <a16:creationId xmlns:a16="http://schemas.microsoft.com/office/drawing/2014/main" id="{A64C2F33-6DC1-E625-F5F7-2DDC485897F1}"/>
                </a:ext>
              </a:extLst>
            </p:cNvPr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>
              <a:extLst>
                <a:ext uri="{FF2B5EF4-FFF2-40B4-BE49-F238E27FC236}">
                  <a16:creationId xmlns:a16="http://schemas.microsoft.com/office/drawing/2014/main" id="{2FC9D818-1727-5B4B-D6F0-A59CA232D38B}"/>
                </a:ext>
              </a:extLst>
            </p:cNvPr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>
            <a:extLst>
              <a:ext uri="{FF2B5EF4-FFF2-40B4-BE49-F238E27FC236}">
                <a16:creationId xmlns:a16="http://schemas.microsoft.com/office/drawing/2014/main" id="{A9CDDCD4-AB99-BB8B-38B5-1A1912FC8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3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pPr marL="114300" indent="0">
              <a:buNone/>
            </a:pPr>
            <a:r>
              <a:rPr lang="en-ID" sz="3600" dirty="0"/>
              <a:t>Hands on</a:t>
            </a:r>
            <a:endParaRPr lang="en-US" sz="3600" dirty="0"/>
          </a:p>
        </p:txBody>
      </p:sp>
      <p:sp>
        <p:nvSpPr>
          <p:cNvPr id="354" name="Google Shape;354;p22">
            <a:extLst>
              <a:ext uri="{FF2B5EF4-FFF2-40B4-BE49-F238E27FC236}">
                <a16:creationId xmlns:a16="http://schemas.microsoft.com/office/drawing/2014/main" id="{54695DAA-5503-8C13-E41B-72902B5CCC8F}"/>
              </a:ext>
            </a:extLst>
          </p:cNvPr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915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/>
          <p:cNvGrpSpPr/>
          <p:nvPr/>
        </p:nvGrpSpPr>
        <p:grpSpPr>
          <a:xfrm>
            <a:off x="823" y="0"/>
            <a:ext cx="5155639" cy="6858626"/>
            <a:chOff x="0" y="0"/>
            <a:chExt cx="7734300" cy="10287000"/>
          </a:xfrm>
        </p:grpSpPr>
        <p:sp>
          <p:nvSpPr>
            <p:cNvPr id="350" name="Google Shape;350;p22"/>
            <p:cNvSpPr/>
            <p:nvPr/>
          </p:nvSpPr>
          <p:spPr>
            <a:xfrm>
              <a:off x="0" y="0"/>
              <a:ext cx="7734300" cy="10287000"/>
            </a:xfrm>
            <a:custGeom>
              <a:avLst/>
              <a:gdLst/>
              <a:ahLst/>
              <a:cxnLst/>
              <a:rect l="l" t="t" r="r" b="b"/>
              <a:pathLst>
                <a:path w="7734300" h="10287000" extrusionOk="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0" y="360200"/>
              <a:ext cx="7734300" cy="9918700"/>
            </a:xfrm>
            <a:custGeom>
              <a:avLst/>
              <a:gdLst/>
              <a:ahLst/>
              <a:cxnLst/>
              <a:rect l="l" t="t" r="r" b="b"/>
              <a:pathLst>
                <a:path w="7734300" h="9918700" extrusionOk="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1181100" y="3733799"/>
              <a:ext cx="6553200" cy="6553200"/>
            </a:xfrm>
            <a:custGeom>
              <a:avLst/>
              <a:gdLst/>
              <a:ahLst/>
              <a:cxnLst/>
              <a:rect l="l" t="t" r="r" b="b"/>
              <a:pathLst>
                <a:path w="6553200" h="6553200" extrusionOk="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2"/>
          <p:cNvSpPr txBox="1">
            <a:spLocks noGrp="1"/>
          </p:cNvSpPr>
          <p:nvPr>
            <p:ph type="body" idx="1"/>
          </p:nvPr>
        </p:nvSpPr>
        <p:spPr>
          <a:xfrm>
            <a:off x="5476501" y="2356635"/>
            <a:ext cx="6714676" cy="71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050" rIns="0" bIns="0" anchor="t" anchorCtr="0">
            <a:spAutoFit/>
          </a:bodyPr>
          <a:lstStyle/>
          <a:p>
            <a:pPr marL="16928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dirty="0">
                <a:latin typeface="Trebuchet MS"/>
                <a:ea typeface="Trebuchet MS"/>
                <a:cs typeface="Trebuchet MS"/>
                <a:sym typeface="Trebuchet MS"/>
              </a:rPr>
              <a:t>Brief Assignment</a:t>
            </a:r>
            <a:endParaRPr dirty="0"/>
          </a:p>
        </p:txBody>
      </p:sp>
      <p:sp>
        <p:nvSpPr>
          <p:cNvPr id="354" name="Google Shape;354;p22"/>
          <p:cNvSpPr/>
          <p:nvPr/>
        </p:nvSpPr>
        <p:spPr>
          <a:xfrm>
            <a:off x="10944738" y="72753"/>
            <a:ext cx="1123653" cy="1092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g26a059c9113_2_10"/>
          <p:cNvGrpSpPr/>
          <p:nvPr/>
        </p:nvGrpSpPr>
        <p:grpSpPr>
          <a:xfrm>
            <a:off x="824" y="464"/>
            <a:ext cx="4768373" cy="6857327"/>
            <a:chOff x="0" y="0"/>
            <a:chExt cx="7153275" cy="10287019"/>
          </a:xfrm>
        </p:grpSpPr>
        <p:sp>
          <p:nvSpPr>
            <p:cNvPr id="360" name="Google Shape;360;g26a059c9113_2_10"/>
            <p:cNvSpPr/>
            <p:nvPr/>
          </p:nvSpPr>
          <p:spPr>
            <a:xfrm>
              <a:off x="0" y="0"/>
              <a:ext cx="7153275" cy="10287000"/>
            </a:xfrm>
            <a:custGeom>
              <a:avLst/>
              <a:gdLst/>
              <a:ahLst/>
              <a:cxnLst/>
              <a:rect l="l" t="t" r="r" b="b"/>
              <a:pathLst>
                <a:path w="7153275" h="10287000" extrusionOk="0">
                  <a:moveTo>
                    <a:pt x="71532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153275" y="0"/>
                  </a:lnTo>
                  <a:lnTo>
                    <a:pt x="7153275" y="1028700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g26a059c9113_2_10"/>
            <p:cNvSpPr/>
            <p:nvPr/>
          </p:nvSpPr>
          <p:spPr>
            <a:xfrm>
              <a:off x="0" y="7698760"/>
              <a:ext cx="2552700" cy="2588259"/>
            </a:xfrm>
            <a:custGeom>
              <a:avLst/>
              <a:gdLst/>
              <a:ahLst/>
              <a:cxnLst/>
              <a:rect l="l" t="t" r="r" b="b"/>
              <a:pathLst>
                <a:path w="2552700" h="2588259" extrusionOk="0">
                  <a:moveTo>
                    <a:pt x="0" y="0"/>
                  </a:moveTo>
                  <a:lnTo>
                    <a:pt x="2552700" y="0"/>
                  </a:lnTo>
                  <a:lnTo>
                    <a:pt x="2552700" y="2588239"/>
                  </a:lnTo>
                  <a:lnTo>
                    <a:pt x="0" y="258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g26a059c9113_2_10"/>
          <p:cNvSpPr/>
          <p:nvPr/>
        </p:nvSpPr>
        <p:spPr>
          <a:xfrm>
            <a:off x="11258251" y="110120"/>
            <a:ext cx="792900" cy="7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26a059c9113_2_10"/>
          <p:cNvSpPr txBox="1"/>
          <p:nvPr/>
        </p:nvSpPr>
        <p:spPr>
          <a:xfrm>
            <a:off x="5383532" y="884420"/>
            <a:ext cx="5478300" cy="51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ID" sz="1800" b="1" dirty="0"/>
              <a:t>Buat list nama </a:t>
            </a:r>
            <a:r>
              <a:rPr lang="en-ID" sz="1800" b="1" dirty="0" err="1"/>
              <a:t>siswa</a:t>
            </a: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2. </a:t>
            </a:r>
            <a:r>
              <a:rPr lang="en-ID" sz="1800" b="1" dirty="0"/>
              <a:t>Buat dictionary </a:t>
            </a:r>
            <a:r>
              <a:rPr lang="en-ID" sz="1800" b="1" dirty="0" err="1"/>
              <a:t>nilai</a:t>
            </a:r>
            <a:r>
              <a:rPr lang="en-ID" sz="1800" b="1" dirty="0"/>
              <a:t> </a:t>
            </a:r>
            <a:r>
              <a:rPr lang="en-ID" sz="1800" b="1" dirty="0" err="1"/>
              <a:t>siswa</a:t>
            </a:r>
            <a:r>
              <a:rPr lang="en-ID" sz="1800" dirty="0"/>
              <a:t>, di mana key </a:t>
            </a:r>
            <a:r>
              <a:rPr lang="en-ID" sz="1800" dirty="0" err="1"/>
              <a:t>adalah</a:t>
            </a:r>
            <a:r>
              <a:rPr lang="en-ID" sz="1800" dirty="0"/>
              <a:t> nama </a:t>
            </a:r>
            <a:r>
              <a:rPr lang="en-ID" sz="1800" dirty="0" err="1"/>
              <a:t>siswa</a:t>
            </a:r>
            <a:r>
              <a:rPr lang="en-ID" sz="1800" dirty="0"/>
              <a:t>, dan value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ID" sz="1800" dirty="0" err="1"/>
              <a:t>ujian</a:t>
            </a:r>
            <a:r>
              <a:rPr lang="en-ID" sz="1800" dirty="0"/>
              <a:t> </a:t>
            </a:r>
            <a:r>
              <a:rPr lang="en-ID" sz="1800" dirty="0" err="1"/>
              <a:t>mereka</a:t>
            </a:r>
            <a:r>
              <a:rPr lang="en-ID" sz="1800" dirty="0"/>
              <a:t>.</a:t>
            </a: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3.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Tugas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anda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Tambahkan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satu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nama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baru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ke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akhir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list </a:t>
            </a:r>
            <a:r>
              <a:rPr lang="en-US" altLang="en-US" sz="1800" dirty="0" err="1">
                <a:solidFill>
                  <a:schemeClr val="tx1"/>
                </a:solidFill>
                <a:latin typeface="Arial Unicode MS"/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</a:rPr>
              <a:t>, hapus </a:t>
            </a:r>
            <a:r>
              <a:rPr lang="en-US" altLang="en-US" sz="1800" dirty="0" err="1">
                <a:solidFill>
                  <a:schemeClr val="tx1"/>
                </a:solidFill>
              </a:rPr>
              <a:t>satu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tertentu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dari</a:t>
            </a:r>
            <a:r>
              <a:rPr lang="en-US" altLang="en-US" sz="1800" dirty="0">
                <a:solidFill>
                  <a:schemeClr val="tx1"/>
                </a:solidFill>
              </a:rPr>
              <a:t> list, </a:t>
            </a:r>
            <a:r>
              <a:rPr lang="en-US" altLang="en-US" sz="1800" dirty="0" err="1">
                <a:solidFill>
                  <a:schemeClr val="tx1"/>
                </a:solidFill>
              </a:rPr>
              <a:t>lalu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cetak</a:t>
            </a:r>
            <a:r>
              <a:rPr lang="en-US" altLang="en-US" sz="1800" dirty="0">
                <a:solidFill>
                  <a:schemeClr val="tx1"/>
                </a:solidFill>
              </a:rPr>
              <a:t> daftar </a:t>
            </a:r>
            <a:r>
              <a:rPr lang="en-US" altLang="en-US" sz="1800" dirty="0" err="1">
                <a:solidFill>
                  <a:schemeClr val="tx1"/>
                </a:solidFill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</a:rPr>
              <a:t> yang </a:t>
            </a:r>
            <a:r>
              <a:rPr lang="en-US" altLang="en-US" sz="1800" dirty="0" err="1">
                <a:solidFill>
                  <a:schemeClr val="tx1"/>
                </a:solidFill>
              </a:rPr>
              <a:t>tersisa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Cetak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nama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pertama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dan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terakhir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dari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list </a:t>
            </a:r>
            <a:r>
              <a:rPr lang="en-US" altLang="en-US" sz="1800" dirty="0" err="1">
                <a:solidFill>
                  <a:schemeClr val="tx1"/>
                </a:solidFill>
                <a:latin typeface="Arial Unicode MS"/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</a:rPr>
              <a:t>lalu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cetak</a:t>
            </a:r>
            <a:r>
              <a:rPr lang="en-US" altLang="en-US" sz="1800" dirty="0">
                <a:solidFill>
                  <a:schemeClr val="tx1"/>
                </a:solidFill>
              </a:rPr>
              <a:t> 3 </a:t>
            </a:r>
            <a:r>
              <a:rPr lang="en-US" altLang="en-US" sz="1800" dirty="0" err="1">
                <a:solidFill>
                  <a:schemeClr val="tx1"/>
                </a:solidFill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terakhir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menggunakan</a:t>
            </a:r>
            <a:r>
              <a:rPr lang="en-US" altLang="en-US" sz="1800" dirty="0">
                <a:solidFill>
                  <a:schemeClr val="tx1"/>
                </a:solidFill>
              </a:rPr>
              <a:t> slicing.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Gunakan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 Unicode MS"/>
              </a:rPr>
              <a:t>enumerate()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untuk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mencetak</a:t>
            </a:r>
            <a:r>
              <a:rPr lang="en-US" altLang="en-US" sz="1800" dirty="0">
                <a:solidFill>
                  <a:schemeClr val="tx1"/>
                </a:solidFill>
              </a:rPr>
              <a:t> index dan nama </a:t>
            </a:r>
            <a:r>
              <a:rPr lang="en-US" altLang="en-US" sz="1800" dirty="0" err="1">
                <a:solidFill>
                  <a:schemeClr val="tx1"/>
                </a:solidFill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dalam</a:t>
            </a:r>
            <a:r>
              <a:rPr lang="en-US" altLang="en-US" sz="1800" dirty="0">
                <a:solidFill>
                  <a:schemeClr val="tx1"/>
                </a:solidFill>
              </a:rPr>
              <a:t> list </a:t>
            </a:r>
            <a:r>
              <a:rPr lang="en-US" altLang="en-US" sz="1800" dirty="0" err="1">
                <a:solidFill>
                  <a:schemeClr val="tx1"/>
                </a:solidFill>
                <a:latin typeface="Arial Unicode MS"/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dengan</a:t>
            </a:r>
            <a:r>
              <a:rPr lang="en-US" altLang="en-US" sz="1800" dirty="0">
                <a:solidFill>
                  <a:schemeClr val="tx1"/>
                </a:solidFill>
              </a:rPr>
              <a:t> format: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Ubah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nilai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ujian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salah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satu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di dictionary </a:t>
            </a:r>
            <a:r>
              <a:rPr lang="en-US" altLang="en-US" sz="1800" dirty="0" err="1">
                <a:solidFill>
                  <a:schemeClr val="tx1"/>
                </a:solidFill>
                <a:latin typeface="Arial Unicode MS"/>
              </a:rPr>
              <a:t>nilai_siswa</a:t>
            </a:r>
            <a:r>
              <a:rPr lang="en-US" altLang="en-US" sz="1800" dirty="0">
                <a:solidFill>
                  <a:schemeClr val="tx1"/>
                </a:solidFill>
              </a:rPr>
              <a:t>, hapus data </a:t>
            </a:r>
            <a:r>
              <a:rPr lang="en-US" altLang="en-US" sz="1800" dirty="0" err="1">
                <a:solidFill>
                  <a:schemeClr val="tx1"/>
                </a:solidFill>
              </a:rPr>
              <a:t>nilai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</a:rPr>
              <a:t> lain </a:t>
            </a:r>
            <a:r>
              <a:rPr lang="en-US" altLang="en-US" sz="1800" dirty="0" err="1">
                <a:solidFill>
                  <a:schemeClr val="tx1"/>
                </a:solidFill>
              </a:rPr>
              <a:t>menggunakan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 Unicode MS"/>
              </a:rPr>
              <a:t>pop()</a:t>
            </a:r>
            <a:r>
              <a:rPr lang="en-US" altLang="en-US" sz="1800" dirty="0">
                <a:solidFill>
                  <a:schemeClr val="tx1"/>
                </a:solidFill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</a:rPr>
              <a:t>lalu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cetak</a:t>
            </a:r>
            <a:r>
              <a:rPr lang="en-US" altLang="en-US" sz="1800" dirty="0">
                <a:solidFill>
                  <a:schemeClr val="tx1"/>
                </a:solidFill>
              </a:rPr>
              <a:t> dictionary </a:t>
            </a:r>
            <a:r>
              <a:rPr lang="en-US" altLang="en-US" sz="1800" dirty="0" err="1">
                <a:solidFill>
                  <a:schemeClr val="tx1"/>
                </a:solidFill>
              </a:rPr>
              <a:t>hasilnya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Ganti key nama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siswa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tertentu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di dictionary </a:t>
            </a:r>
            <a:r>
              <a:rPr lang="en-US" altLang="en-US" sz="1800" dirty="0" err="1">
                <a:solidFill>
                  <a:schemeClr val="tx1"/>
                </a:solidFill>
                <a:latin typeface="Arial Unicode MS"/>
              </a:rPr>
              <a:t>nilai_siswa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menjadi</a:t>
            </a:r>
            <a:r>
              <a:rPr lang="en-US" altLang="en-US" sz="1800" dirty="0">
                <a:solidFill>
                  <a:schemeClr val="tx1"/>
                </a:solidFill>
              </a:rPr>
              <a:t> nama </a:t>
            </a:r>
            <a:r>
              <a:rPr lang="en-US" altLang="en-US" sz="1800" dirty="0" err="1">
                <a:solidFill>
                  <a:schemeClr val="tx1"/>
                </a:solidFill>
              </a:rPr>
              <a:t>baru</a:t>
            </a:r>
            <a:r>
              <a:rPr lang="en-US" altLang="en-US" sz="1800" dirty="0">
                <a:solidFill>
                  <a:schemeClr val="tx1"/>
                </a:solidFill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</a:rPr>
              <a:t>lalu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cetak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</a:rPr>
              <a:t>hasilnya</a:t>
            </a:r>
            <a:r>
              <a:rPr lang="en-US" altLang="en-US" sz="1800" dirty="0">
                <a:solidFill>
                  <a:schemeClr val="tx1"/>
                </a:solidFill>
              </a:rPr>
              <a:t>.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52"/>
          <p:cNvGrpSpPr/>
          <p:nvPr/>
        </p:nvGrpSpPr>
        <p:grpSpPr>
          <a:xfrm>
            <a:off x="7425220" y="464"/>
            <a:ext cx="4766598" cy="6857218"/>
            <a:chOff x="9937669" y="6"/>
            <a:chExt cx="8350884" cy="10287217"/>
          </a:xfrm>
        </p:grpSpPr>
        <p:sp>
          <p:nvSpPr>
            <p:cNvPr id="415" name="Google Shape;415;p52"/>
            <p:cNvSpPr/>
            <p:nvPr/>
          </p:nvSpPr>
          <p:spPr>
            <a:xfrm>
              <a:off x="9937669" y="6"/>
              <a:ext cx="8350884" cy="10287000"/>
            </a:xfrm>
            <a:custGeom>
              <a:avLst/>
              <a:gdLst/>
              <a:ahLst/>
              <a:cxnLst/>
              <a:rect l="l" t="t" r="r" b="b"/>
              <a:pathLst>
                <a:path w="8350884" h="10287000" extrusionOk="0">
                  <a:moveTo>
                    <a:pt x="8350331" y="10286994"/>
                  </a:moveTo>
                  <a:lnTo>
                    <a:pt x="0" y="10286994"/>
                  </a:lnTo>
                  <a:lnTo>
                    <a:pt x="0" y="0"/>
                  </a:lnTo>
                  <a:lnTo>
                    <a:pt x="8350331" y="0"/>
                  </a:lnTo>
                  <a:lnTo>
                    <a:pt x="8350331" y="10286994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200"/>
            </a:p>
          </p:txBody>
        </p:sp>
        <p:sp>
          <p:nvSpPr>
            <p:cNvPr id="416" name="Google Shape;416;p52"/>
            <p:cNvSpPr/>
            <p:nvPr/>
          </p:nvSpPr>
          <p:spPr>
            <a:xfrm>
              <a:off x="9944099" y="6"/>
              <a:ext cx="8343900" cy="10287000"/>
            </a:xfrm>
            <a:custGeom>
              <a:avLst/>
              <a:gdLst/>
              <a:ahLst/>
              <a:cxnLst/>
              <a:rect l="l" t="t" r="r" b="b"/>
              <a:pathLst>
                <a:path w="8343900" h="10287000" extrusionOk="0">
                  <a:moveTo>
                    <a:pt x="0" y="4580800"/>
                  </a:moveTo>
                  <a:lnTo>
                    <a:pt x="0" y="0"/>
                  </a:lnTo>
                  <a:lnTo>
                    <a:pt x="88899" y="344"/>
                  </a:lnTo>
                  <a:lnTo>
                    <a:pt x="165099" y="1377"/>
                  </a:lnTo>
                  <a:lnTo>
                    <a:pt x="253999" y="3096"/>
                  </a:lnTo>
                  <a:lnTo>
                    <a:pt x="342899" y="5498"/>
                  </a:lnTo>
                  <a:lnTo>
                    <a:pt x="419099" y="8580"/>
                  </a:lnTo>
                  <a:lnTo>
                    <a:pt x="507999" y="12339"/>
                  </a:lnTo>
                  <a:lnTo>
                    <a:pt x="596899" y="16773"/>
                  </a:lnTo>
                  <a:lnTo>
                    <a:pt x="673099" y="21880"/>
                  </a:lnTo>
                  <a:lnTo>
                    <a:pt x="761999" y="27657"/>
                  </a:lnTo>
                  <a:lnTo>
                    <a:pt x="838199" y="34100"/>
                  </a:lnTo>
                  <a:lnTo>
                    <a:pt x="927099" y="41208"/>
                  </a:lnTo>
                  <a:lnTo>
                    <a:pt x="1015999" y="48977"/>
                  </a:lnTo>
                  <a:lnTo>
                    <a:pt x="1092199" y="57406"/>
                  </a:lnTo>
                  <a:lnTo>
                    <a:pt x="1181099" y="66491"/>
                  </a:lnTo>
                  <a:lnTo>
                    <a:pt x="1257299" y="76230"/>
                  </a:lnTo>
                  <a:lnTo>
                    <a:pt x="1346199" y="86620"/>
                  </a:lnTo>
                  <a:lnTo>
                    <a:pt x="1422399" y="97658"/>
                  </a:lnTo>
                  <a:lnTo>
                    <a:pt x="1511299" y="109342"/>
                  </a:lnTo>
                  <a:lnTo>
                    <a:pt x="1587499" y="121670"/>
                  </a:lnTo>
                  <a:lnTo>
                    <a:pt x="1663699" y="134638"/>
                  </a:lnTo>
                  <a:lnTo>
                    <a:pt x="1752599" y="148244"/>
                  </a:lnTo>
                  <a:lnTo>
                    <a:pt x="1828799" y="162485"/>
                  </a:lnTo>
                  <a:lnTo>
                    <a:pt x="1917699" y="177359"/>
                  </a:lnTo>
                  <a:lnTo>
                    <a:pt x="1993899" y="192862"/>
                  </a:lnTo>
                  <a:lnTo>
                    <a:pt x="2070099" y="208993"/>
                  </a:lnTo>
                  <a:lnTo>
                    <a:pt x="2158999" y="225749"/>
                  </a:lnTo>
                  <a:lnTo>
                    <a:pt x="2235199" y="243127"/>
                  </a:lnTo>
                  <a:lnTo>
                    <a:pt x="2311399" y="261124"/>
                  </a:lnTo>
                  <a:lnTo>
                    <a:pt x="2387599" y="279737"/>
                  </a:lnTo>
                  <a:lnTo>
                    <a:pt x="2476499" y="298965"/>
                  </a:lnTo>
                  <a:lnTo>
                    <a:pt x="2552699" y="318804"/>
                  </a:lnTo>
                  <a:lnTo>
                    <a:pt x="2628899" y="339252"/>
                  </a:lnTo>
                  <a:lnTo>
                    <a:pt x="2705099" y="360306"/>
                  </a:lnTo>
                  <a:lnTo>
                    <a:pt x="2781299" y="381964"/>
                  </a:lnTo>
                  <a:lnTo>
                    <a:pt x="2870199" y="404223"/>
                  </a:lnTo>
                  <a:lnTo>
                    <a:pt x="2946399" y="427079"/>
                  </a:lnTo>
                  <a:lnTo>
                    <a:pt x="3022599" y="450531"/>
                  </a:lnTo>
                  <a:lnTo>
                    <a:pt x="3098799" y="474576"/>
                  </a:lnTo>
                  <a:lnTo>
                    <a:pt x="3174999" y="499212"/>
                  </a:lnTo>
                  <a:lnTo>
                    <a:pt x="3251199" y="524435"/>
                  </a:lnTo>
                  <a:lnTo>
                    <a:pt x="3327399" y="550242"/>
                  </a:lnTo>
                  <a:lnTo>
                    <a:pt x="3403599" y="576632"/>
                  </a:lnTo>
                  <a:lnTo>
                    <a:pt x="3479799" y="603602"/>
                  </a:lnTo>
                  <a:lnTo>
                    <a:pt x="3555999" y="631149"/>
                  </a:lnTo>
                  <a:lnTo>
                    <a:pt x="3632199" y="659270"/>
                  </a:lnTo>
                  <a:lnTo>
                    <a:pt x="3708399" y="687963"/>
                  </a:lnTo>
                  <a:lnTo>
                    <a:pt x="3784599" y="717225"/>
                  </a:lnTo>
                  <a:lnTo>
                    <a:pt x="3860799" y="747053"/>
                  </a:lnTo>
                  <a:lnTo>
                    <a:pt x="3924299" y="777445"/>
                  </a:lnTo>
                  <a:lnTo>
                    <a:pt x="4000499" y="808399"/>
                  </a:lnTo>
                  <a:lnTo>
                    <a:pt x="4076699" y="839910"/>
                  </a:lnTo>
                  <a:lnTo>
                    <a:pt x="4152899" y="871978"/>
                  </a:lnTo>
                  <a:lnTo>
                    <a:pt x="4229099" y="904599"/>
                  </a:lnTo>
                  <a:lnTo>
                    <a:pt x="4292599" y="937770"/>
                  </a:lnTo>
                  <a:lnTo>
                    <a:pt x="4368799" y="971489"/>
                  </a:lnTo>
                  <a:lnTo>
                    <a:pt x="4444999" y="1005753"/>
                  </a:lnTo>
                  <a:lnTo>
                    <a:pt x="4508499" y="1040560"/>
                  </a:lnTo>
                  <a:lnTo>
                    <a:pt x="4584699" y="1075907"/>
                  </a:lnTo>
                  <a:lnTo>
                    <a:pt x="4660899" y="1111791"/>
                  </a:lnTo>
                  <a:lnTo>
                    <a:pt x="4724399" y="1148210"/>
                  </a:lnTo>
                  <a:lnTo>
                    <a:pt x="4800599" y="1185161"/>
                  </a:lnTo>
                  <a:lnTo>
                    <a:pt x="4864099" y="1222641"/>
                  </a:lnTo>
                  <a:lnTo>
                    <a:pt x="4940299" y="1260648"/>
                  </a:lnTo>
                  <a:lnTo>
                    <a:pt x="5003799" y="1299179"/>
                  </a:lnTo>
                  <a:lnTo>
                    <a:pt x="5079999" y="1338231"/>
                  </a:lnTo>
                  <a:lnTo>
                    <a:pt x="5143499" y="1377802"/>
                  </a:lnTo>
                  <a:lnTo>
                    <a:pt x="5219699" y="1417890"/>
                  </a:lnTo>
                  <a:lnTo>
                    <a:pt x="5283199" y="1458490"/>
                  </a:lnTo>
                  <a:lnTo>
                    <a:pt x="5346699" y="1499602"/>
                  </a:lnTo>
                  <a:lnTo>
                    <a:pt x="5422899" y="1541221"/>
                  </a:lnTo>
                  <a:lnTo>
                    <a:pt x="5486399" y="1583347"/>
                  </a:lnTo>
                  <a:lnTo>
                    <a:pt x="5549899" y="1625975"/>
                  </a:lnTo>
                  <a:lnTo>
                    <a:pt x="5613399" y="1669103"/>
                  </a:lnTo>
                  <a:lnTo>
                    <a:pt x="5689599" y="1712729"/>
                  </a:lnTo>
                  <a:lnTo>
                    <a:pt x="5753099" y="1756850"/>
                  </a:lnTo>
                  <a:lnTo>
                    <a:pt x="5816599" y="1801463"/>
                  </a:lnTo>
                  <a:lnTo>
                    <a:pt x="5880099" y="1846566"/>
                  </a:lnTo>
                  <a:lnTo>
                    <a:pt x="5943599" y="1892155"/>
                  </a:lnTo>
                  <a:lnTo>
                    <a:pt x="6007099" y="1938230"/>
                  </a:lnTo>
                  <a:lnTo>
                    <a:pt x="6070599" y="1984785"/>
                  </a:lnTo>
                  <a:lnTo>
                    <a:pt x="6134099" y="2031820"/>
                  </a:lnTo>
                  <a:lnTo>
                    <a:pt x="6197599" y="2079331"/>
                  </a:lnTo>
                  <a:lnTo>
                    <a:pt x="6261099" y="2127316"/>
                  </a:lnTo>
                  <a:lnTo>
                    <a:pt x="6324599" y="2175773"/>
                  </a:lnTo>
                  <a:lnTo>
                    <a:pt x="6388099" y="2224697"/>
                  </a:lnTo>
                  <a:lnTo>
                    <a:pt x="6451599" y="2274088"/>
                  </a:lnTo>
                  <a:lnTo>
                    <a:pt x="6515099" y="2323941"/>
                  </a:lnTo>
                  <a:lnTo>
                    <a:pt x="6578599" y="2374255"/>
                  </a:lnTo>
                  <a:lnTo>
                    <a:pt x="6629399" y="2425027"/>
                  </a:lnTo>
                  <a:lnTo>
                    <a:pt x="6692899" y="2476254"/>
                  </a:lnTo>
                  <a:lnTo>
                    <a:pt x="6756399" y="2527934"/>
                  </a:lnTo>
                  <a:lnTo>
                    <a:pt x="6819899" y="2580064"/>
                  </a:lnTo>
                  <a:lnTo>
                    <a:pt x="6870699" y="2632641"/>
                  </a:lnTo>
                  <a:lnTo>
                    <a:pt x="6934199" y="2685662"/>
                  </a:lnTo>
                  <a:lnTo>
                    <a:pt x="6984999" y="2739126"/>
                  </a:lnTo>
                  <a:lnTo>
                    <a:pt x="7048499" y="2793029"/>
                  </a:lnTo>
                  <a:lnTo>
                    <a:pt x="7099299" y="2847369"/>
                  </a:lnTo>
                  <a:lnTo>
                    <a:pt x="7162799" y="2902142"/>
                  </a:lnTo>
                  <a:lnTo>
                    <a:pt x="7213599" y="2957347"/>
                  </a:lnTo>
                  <a:lnTo>
                    <a:pt x="7277099" y="3012981"/>
                  </a:lnTo>
                  <a:lnTo>
                    <a:pt x="7378699" y="3125524"/>
                  </a:lnTo>
                  <a:lnTo>
                    <a:pt x="7442199" y="3182429"/>
                  </a:lnTo>
                  <a:lnTo>
                    <a:pt x="7543799" y="3297489"/>
                  </a:lnTo>
                  <a:lnTo>
                    <a:pt x="7607299" y="3355640"/>
                  </a:lnTo>
                  <a:lnTo>
                    <a:pt x="7658099" y="3414201"/>
                  </a:lnTo>
                  <a:lnTo>
                    <a:pt x="7810499" y="3592318"/>
                  </a:lnTo>
                  <a:lnTo>
                    <a:pt x="7962899" y="3774033"/>
                  </a:lnTo>
                  <a:lnTo>
                    <a:pt x="8115299" y="3959272"/>
                  </a:lnTo>
                  <a:lnTo>
                    <a:pt x="8153399" y="4021790"/>
                  </a:lnTo>
                  <a:lnTo>
                    <a:pt x="8305799" y="4211618"/>
                  </a:lnTo>
                  <a:lnTo>
                    <a:pt x="8343899" y="4275645"/>
                  </a:lnTo>
                  <a:lnTo>
                    <a:pt x="8343899" y="10286993"/>
                  </a:lnTo>
                  <a:lnTo>
                    <a:pt x="5702299" y="10286993"/>
                  </a:lnTo>
                  <a:lnTo>
                    <a:pt x="5702299" y="9950013"/>
                  </a:lnTo>
                  <a:lnTo>
                    <a:pt x="5689599" y="9902280"/>
                  </a:lnTo>
                  <a:lnTo>
                    <a:pt x="5689599" y="9807137"/>
                  </a:lnTo>
                  <a:lnTo>
                    <a:pt x="5676899" y="9759729"/>
                  </a:lnTo>
                  <a:lnTo>
                    <a:pt x="5676899" y="9665250"/>
                  </a:lnTo>
                  <a:lnTo>
                    <a:pt x="5664199" y="9618182"/>
                  </a:lnTo>
                  <a:lnTo>
                    <a:pt x="5664199" y="9571231"/>
                  </a:lnTo>
                  <a:lnTo>
                    <a:pt x="5651499" y="9524397"/>
                  </a:lnTo>
                  <a:lnTo>
                    <a:pt x="5651499" y="9477683"/>
                  </a:lnTo>
                  <a:lnTo>
                    <a:pt x="5638799" y="9431090"/>
                  </a:lnTo>
                  <a:lnTo>
                    <a:pt x="5638799" y="9384619"/>
                  </a:lnTo>
                  <a:lnTo>
                    <a:pt x="5613399" y="9292052"/>
                  </a:lnTo>
                  <a:lnTo>
                    <a:pt x="5613399" y="9245959"/>
                  </a:lnTo>
                  <a:lnTo>
                    <a:pt x="5587999" y="9154162"/>
                  </a:lnTo>
                  <a:lnTo>
                    <a:pt x="5587999" y="9108461"/>
                  </a:lnTo>
                  <a:lnTo>
                    <a:pt x="5537199" y="8927009"/>
                  </a:lnTo>
                  <a:lnTo>
                    <a:pt x="5537199" y="8881992"/>
                  </a:lnTo>
                  <a:lnTo>
                    <a:pt x="5435599" y="8527093"/>
                  </a:lnTo>
                  <a:lnTo>
                    <a:pt x="5410199" y="8483409"/>
                  </a:lnTo>
                  <a:lnTo>
                    <a:pt x="5359399" y="8310246"/>
                  </a:lnTo>
                  <a:lnTo>
                    <a:pt x="5333999" y="8267357"/>
                  </a:lnTo>
                  <a:lnTo>
                    <a:pt x="5308599" y="8182072"/>
                  </a:lnTo>
                  <a:lnTo>
                    <a:pt x="5283199" y="8139680"/>
                  </a:lnTo>
                  <a:lnTo>
                    <a:pt x="5257799" y="8055402"/>
                  </a:lnTo>
                  <a:lnTo>
                    <a:pt x="5232399" y="8013520"/>
                  </a:lnTo>
                  <a:lnTo>
                    <a:pt x="5219699" y="7971812"/>
                  </a:lnTo>
                  <a:lnTo>
                    <a:pt x="5194299" y="7930278"/>
                  </a:lnTo>
                  <a:lnTo>
                    <a:pt x="5181599" y="7888921"/>
                  </a:lnTo>
                  <a:lnTo>
                    <a:pt x="5156199" y="7847742"/>
                  </a:lnTo>
                  <a:lnTo>
                    <a:pt x="5143499" y="7806743"/>
                  </a:lnTo>
                  <a:lnTo>
                    <a:pt x="5118099" y="7765925"/>
                  </a:lnTo>
                  <a:lnTo>
                    <a:pt x="5105399" y="7725289"/>
                  </a:lnTo>
                  <a:lnTo>
                    <a:pt x="5054599" y="7644574"/>
                  </a:lnTo>
                  <a:lnTo>
                    <a:pt x="5041899" y="7604497"/>
                  </a:lnTo>
                  <a:lnTo>
                    <a:pt x="4991099" y="7524913"/>
                  </a:lnTo>
                  <a:lnTo>
                    <a:pt x="4978399" y="7485408"/>
                  </a:lnTo>
                  <a:lnTo>
                    <a:pt x="4851399" y="7290826"/>
                  </a:lnTo>
                  <a:lnTo>
                    <a:pt x="4838699" y="7252509"/>
                  </a:lnTo>
                  <a:lnTo>
                    <a:pt x="4711699" y="7064008"/>
                  </a:lnTo>
                  <a:lnTo>
                    <a:pt x="4610099" y="6917003"/>
                  </a:lnTo>
                  <a:lnTo>
                    <a:pt x="4584699" y="6880792"/>
                  </a:lnTo>
                  <a:lnTo>
                    <a:pt x="4546599" y="6844800"/>
                  </a:lnTo>
                  <a:lnTo>
                    <a:pt x="4444999" y="6703059"/>
                  </a:lnTo>
                  <a:lnTo>
                    <a:pt x="4406899" y="6668187"/>
                  </a:lnTo>
                  <a:lnTo>
                    <a:pt x="4330699" y="6564953"/>
                  </a:lnTo>
                  <a:lnTo>
                    <a:pt x="4292599" y="6531007"/>
                  </a:lnTo>
                  <a:lnTo>
                    <a:pt x="4241799" y="6463821"/>
                  </a:lnTo>
                  <a:lnTo>
                    <a:pt x="4203699" y="6430585"/>
                  </a:lnTo>
                  <a:lnTo>
                    <a:pt x="4178299" y="6397588"/>
                  </a:lnTo>
                  <a:lnTo>
                    <a:pt x="4140199" y="6364834"/>
                  </a:lnTo>
                  <a:lnTo>
                    <a:pt x="4114799" y="6332322"/>
                  </a:lnTo>
                  <a:lnTo>
                    <a:pt x="4076699" y="6300055"/>
                  </a:lnTo>
                  <a:lnTo>
                    <a:pt x="4051299" y="6268034"/>
                  </a:lnTo>
                  <a:lnTo>
                    <a:pt x="4013199" y="6236261"/>
                  </a:lnTo>
                  <a:lnTo>
                    <a:pt x="3987799" y="6204738"/>
                  </a:lnTo>
                  <a:lnTo>
                    <a:pt x="3949699" y="6173465"/>
                  </a:lnTo>
                  <a:lnTo>
                    <a:pt x="3924299" y="6142445"/>
                  </a:lnTo>
                  <a:lnTo>
                    <a:pt x="3886199" y="6111680"/>
                  </a:lnTo>
                  <a:lnTo>
                    <a:pt x="3860799" y="6081170"/>
                  </a:lnTo>
                  <a:lnTo>
                    <a:pt x="3822699" y="6050917"/>
                  </a:lnTo>
                  <a:lnTo>
                    <a:pt x="3784599" y="6020923"/>
                  </a:lnTo>
                  <a:lnTo>
                    <a:pt x="3759199" y="5991190"/>
                  </a:lnTo>
                  <a:lnTo>
                    <a:pt x="3721099" y="5961719"/>
                  </a:lnTo>
                  <a:lnTo>
                    <a:pt x="3682999" y="5932512"/>
                  </a:lnTo>
                  <a:lnTo>
                    <a:pt x="3657599" y="5903570"/>
                  </a:lnTo>
                  <a:lnTo>
                    <a:pt x="3619499" y="5874894"/>
                  </a:lnTo>
                  <a:lnTo>
                    <a:pt x="3581399" y="5846488"/>
                  </a:lnTo>
                  <a:lnTo>
                    <a:pt x="3543299" y="5818351"/>
                  </a:lnTo>
                  <a:lnTo>
                    <a:pt x="3517899" y="5790486"/>
                  </a:lnTo>
                  <a:lnTo>
                    <a:pt x="3479799" y="5762894"/>
                  </a:lnTo>
                  <a:lnTo>
                    <a:pt x="3441699" y="5735577"/>
                  </a:lnTo>
                  <a:lnTo>
                    <a:pt x="3403599" y="5708536"/>
                  </a:lnTo>
                  <a:lnTo>
                    <a:pt x="3365499" y="5681773"/>
                  </a:lnTo>
                  <a:lnTo>
                    <a:pt x="3327399" y="5655289"/>
                  </a:lnTo>
                  <a:lnTo>
                    <a:pt x="3301999" y="5629087"/>
                  </a:lnTo>
                  <a:lnTo>
                    <a:pt x="3263899" y="5603168"/>
                  </a:lnTo>
                  <a:lnTo>
                    <a:pt x="3225799" y="5577532"/>
                  </a:lnTo>
                  <a:lnTo>
                    <a:pt x="3187699" y="5552183"/>
                  </a:lnTo>
                  <a:lnTo>
                    <a:pt x="3149599" y="5527121"/>
                  </a:lnTo>
                  <a:lnTo>
                    <a:pt x="3111499" y="5502348"/>
                  </a:lnTo>
                  <a:lnTo>
                    <a:pt x="3073399" y="5477866"/>
                  </a:lnTo>
                  <a:lnTo>
                    <a:pt x="3035299" y="5453676"/>
                  </a:lnTo>
                  <a:lnTo>
                    <a:pt x="2997199" y="5429780"/>
                  </a:lnTo>
                  <a:lnTo>
                    <a:pt x="2959099" y="5406179"/>
                  </a:lnTo>
                  <a:lnTo>
                    <a:pt x="2920999" y="5382875"/>
                  </a:lnTo>
                  <a:lnTo>
                    <a:pt x="2882899" y="5359869"/>
                  </a:lnTo>
                  <a:lnTo>
                    <a:pt x="2844799" y="5337164"/>
                  </a:lnTo>
                  <a:lnTo>
                    <a:pt x="2806699" y="5314760"/>
                  </a:lnTo>
                  <a:lnTo>
                    <a:pt x="2755899" y="5292660"/>
                  </a:lnTo>
                  <a:lnTo>
                    <a:pt x="2717799" y="5270865"/>
                  </a:lnTo>
                  <a:lnTo>
                    <a:pt x="2679699" y="5249376"/>
                  </a:lnTo>
                  <a:lnTo>
                    <a:pt x="2641599" y="5228195"/>
                  </a:lnTo>
                  <a:lnTo>
                    <a:pt x="2603499" y="5207324"/>
                  </a:lnTo>
                  <a:lnTo>
                    <a:pt x="2565399" y="5186764"/>
                  </a:lnTo>
                  <a:lnTo>
                    <a:pt x="2527299" y="5166517"/>
                  </a:lnTo>
                  <a:lnTo>
                    <a:pt x="2476499" y="5146584"/>
                  </a:lnTo>
                  <a:lnTo>
                    <a:pt x="2438399" y="5126967"/>
                  </a:lnTo>
                  <a:lnTo>
                    <a:pt x="2400299" y="5107668"/>
                  </a:lnTo>
                  <a:lnTo>
                    <a:pt x="2362199" y="5088687"/>
                  </a:lnTo>
                  <a:lnTo>
                    <a:pt x="2311399" y="5070028"/>
                  </a:lnTo>
                  <a:lnTo>
                    <a:pt x="2273299" y="5051691"/>
                  </a:lnTo>
                  <a:lnTo>
                    <a:pt x="2235199" y="5033678"/>
                  </a:lnTo>
                  <a:lnTo>
                    <a:pt x="2184399" y="5015990"/>
                  </a:lnTo>
                  <a:lnTo>
                    <a:pt x="2146299" y="4998629"/>
                  </a:lnTo>
                  <a:lnTo>
                    <a:pt x="2108199" y="4981597"/>
                  </a:lnTo>
                  <a:lnTo>
                    <a:pt x="2057399" y="4964896"/>
                  </a:lnTo>
                  <a:lnTo>
                    <a:pt x="2019299" y="4948526"/>
                  </a:lnTo>
                  <a:lnTo>
                    <a:pt x="1981199" y="4932489"/>
                  </a:lnTo>
                  <a:lnTo>
                    <a:pt x="1930399" y="4916787"/>
                  </a:lnTo>
                  <a:lnTo>
                    <a:pt x="1892299" y="4901422"/>
                  </a:lnTo>
                  <a:lnTo>
                    <a:pt x="1841499" y="4886396"/>
                  </a:lnTo>
                  <a:lnTo>
                    <a:pt x="1803399" y="4871709"/>
                  </a:lnTo>
                  <a:lnTo>
                    <a:pt x="1765299" y="4857363"/>
                  </a:lnTo>
                  <a:lnTo>
                    <a:pt x="1714499" y="4843360"/>
                  </a:lnTo>
                  <a:lnTo>
                    <a:pt x="1676399" y="4829702"/>
                  </a:lnTo>
                  <a:lnTo>
                    <a:pt x="1625599" y="4816389"/>
                  </a:lnTo>
                  <a:lnTo>
                    <a:pt x="1587499" y="4803425"/>
                  </a:lnTo>
                  <a:lnTo>
                    <a:pt x="1536699" y="4790809"/>
                  </a:lnTo>
                  <a:lnTo>
                    <a:pt x="1498599" y="4778545"/>
                  </a:lnTo>
                  <a:lnTo>
                    <a:pt x="1447799" y="4766633"/>
                  </a:lnTo>
                  <a:lnTo>
                    <a:pt x="1409699" y="4755074"/>
                  </a:lnTo>
                  <a:lnTo>
                    <a:pt x="1358899" y="4743872"/>
                  </a:lnTo>
                  <a:lnTo>
                    <a:pt x="1320799" y="4733027"/>
                  </a:lnTo>
                  <a:lnTo>
                    <a:pt x="1269999" y="4722540"/>
                  </a:lnTo>
                  <a:lnTo>
                    <a:pt x="1219199" y="4712414"/>
                  </a:lnTo>
                  <a:lnTo>
                    <a:pt x="1181099" y="4702649"/>
                  </a:lnTo>
                  <a:lnTo>
                    <a:pt x="1130299" y="4693248"/>
                  </a:lnTo>
                  <a:lnTo>
                    <a:pt x="1092199" y="4684213"/>
                  </a:lnTo>
                  <a:lnTo>
                    <a:pt x="1041399" y="4675544"/>
                  </a:lnTo>
                  <a:lnTo>
                    <a:pt x="990599" y="4667243"/>
                  </a:lnTo>
                  <a:lnTo>
                    <a:pt x="952499" y="4659312"/>
                  </a:lnTo>
                  <a:lnTo>
                    <a:pt x="901699" y="4651752"/>
                  </a:lnTo>
                  <a:lnTo>
                    <a:pt x="850899" y="4644566"/>
                  </a:lnTo>
                  <a:lnTo>
                    <a:pt x="812799" y="4637754"/>
                  </a:lnTo>
                  <a:lnTo>
                    <a:pt x="761999" y="4631318"/>
                  </a:lnTo>
                  <a:lnTo>
                    <a:pt x="711199" y="4625260"/>
                  </a:lnTo>
                  <a:lnTo>
                    <a:pt x="673099" y="4619582"/>
                  </a:lnTo>
                  <a:lnTo>
                    <a:pt x="622299" y="4614284"/>
                  </a:lnTo>
                  <a:lnTo>
                    <a:pt x="571499" y="4609369"/>
                  </a:lnTo>
                  <a:lnTo>
                    <a:pt x="533399" y="4604838"/>
                  </a:lnTo>
                  <a:lnTo>
                    <a:pt x="482599" y="4600692"/>
                  </a:lnTo>
                  <a:lnTo>
                    <a:pt x="431799" y="4596934"/>
                  </a:lnTo>
                  <a:lnTo>
                    <a:pt x="380999" y="4593565"/>
                  </a:lnTo>
                  <a:lnTo>
                    <a:pt x="342899" y="4590586"/>
                  </a:lnTo>
                  <a:lnTo>
                    <a:pt x="292099" y="4588000"/>
                  </a:lnTo>
                  <a:lnTo>
                    <a:pt x="241299" y="4585806"/>
                  </a:lnTo>
                  <a:lnTo>
                    <a:pt x="190499" y="4584008"/>
                  </a:lnTo>
                  <a:lnTo>
                    <a:pt x="139699" y="4582607"/>
                  </a:lnTo>
                  <a:lnTo>
                    <a:pt x="101599" y="4581605"/>
                  </a:lnTo>
                  <a:lnTo>
                    <a:pt x="50799" y="4581002"/>
                  </a:lnTo>
                  <a:lnTo>
                    <a:pt x="0" y="4580800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200"/>
            </a:p>
          </p:txBody>
        </p:sp>
        <p:sp>
          <p:nvSpPr>
            <p:cNvPr id="417" name="Google Shape;417;p52"/>
            <p:cNvSpPr/>
            <p:nvPr/>
          </p:nvSpPr>
          <p:spPr>
            <a:xfrm>
              <a:off x="9949694" y="3822923"/>
              <a:ext cx="6540500" cy="6464300"/>
            </a:xfrm>
            <a:custGeom>
              <a:avLst/>
              <a:gdLst/>
              <a:ahLst/>
              <a:cxnLst/>
              <a:rect l="l" t="t" r="r" b="b"/>
              <a:pathLst>
                <a:path w="6540500" h="6464300" extrusionOk="0">
                  <a:moveTo>
                    <a:pt x="0" y="2918139"/>
                  </a:moveTo>
                  <a:lnTo>
                    <a:pt x="0" y="0"/>
                  </a:lnTo>
                  <a:lnTo>
                    <a:pt x="50799" y="219"/>
                  </a:lnTo>
                  <a:lnTo>
                    <a:pt x="101599" y="877"/>
                  </a:lnTo>
                  <a:lnTo>
                    <a:pt x="152399" y="1972"/>
                  </a:lnTo>
                  <a:lnTo>
                    <a:pt x="215899" y="3502"/>
                  </a:lnTo>
                  <a:lnTo>
                    <a:pt x="266699" y="5465"/>
                  </a:lnTo>
                  <a:lnTo>
                    <a:pt x="317499" y="7860"/>
                  </a:lnTo>
                  <a:lnTo>
                    <a:pt x="368299" y="10685"/>
                  </a:lnTo>
                  <a:lnTo>
                    <a:pt x="419099" y="13938"/>
                  </a:lnTo>
                  <a:lnTo>
                    <a:pt x="482599" y="17618"/>
                  </a:lnTo>
                  <a:lnTo>
                    <a:pt x="533399" y="21723"/>
                  </a:lnTo>
                  <a:lnTo>
                    <a:pt x="584199" y="26251"/>
                  </a:lnTo>
                  <a:lnTo>
                    <a:pt x="634999" y="31200"/>
                  </a:lnTo>
                  <a:lnTo>
                    <a:pt x="685799" y="36570"/>
                  </a:lnTo>
                  <a:lnTo>
                    <a:pt x="749299" y="42357"/>
                  </a:lnTo>
                  <a:lnTo>
                    <a:pt x="800099" y="48561"/>
                  </a:lnTo>
                  <a:lnTo>
                    <a:pt x="850899" y="55180"/>
                  </a:lnTo>
                  <a:lnTo>
                    <a:pt x="901699" y="62212"/>
                  </a:lnTo>
                  <a:lnTo>
                    <a:pt x="952499" y="69655"/>
                  </a:lnTo>
                  <a:lnTo>
                    <a:pt x="1003299" y="77508"/>
                  </a:lnTo>
                  <a:lnTo>
                    <a:pt x="1054099" y="85769"/>
                  </a:lnTo>
                  <a:lnTo>
                    <a:pt x="1104899" y="94437"/>
                  </a:lnTo>
                  <a:lnTo>
                    <a:pt x="1155699" y="103509"/>
                  </a:lnTo>
                  <a:lnTo>
                    <a:pt x="1206499" y="112984"/>
                  </a:lnTo>
                  <a:lnTo>
                    <a:pt x="1269999" y="122860"/>
                  </a:lnTo>
                  <a:lnTo>
                    <a:pt x="1320799" y="133136"/>
                  </a:lnTo>
                  <a:lnTo>
                    <a:pt x="1371599" y="143810"/>
                  </a:lnTo>
                  <a:lnTo>
                    <a:pt x="1422399" y="154881"/>
                  </a:lnTo>
                  <a:lnTo>
                    <a:pt x="1473199" y="166345"/>
                  </a:lnTo>
                  <a:lnTo>
                    <a:pt x="1523999" y="178203"/>
                  </a:lnTo>
                  <a:lnTo>
                    <a:pt x="1574799" y="190452"/>
                  </a:lnTo>
                  <a:lnTo>
                    <a:pt x="1625599" y="203090"/>
                  </a:lnTo>
                  <a:lnTo>
                    <a:pt x="1663699" y="216116"/>
                  </a:lnTo>
                  <a:lnTo>
                    <a:pt x="1714499" y="229529"/>
                  </a:lnTo>
                  <a:lnTo>
                    <a:pt x="1765299" y="243325"/>
                  </a:lnTo>
                  <a:lnTo>
                    <a:pt x="1816099" y="257505"/>
                  </a:lnTo>
                  <a:lnTo>
                    <a:pt x="1866899" y="272065"/>
                  </a:lnTo>
                  <a:lnTo>
                    <a:pt x="1917699" y="287005"/>
                  </a:lnTo>
                  <a:lnTo>
                    <a:pt x="1968499" y="302323"/>
                  </a:lnTo>
                  <a:lnTo>
                    <a:pt x="2019299" y="318016"/>
                  </a:lnTo>
                  <a:lnTo>
                    <a:pt x="2070099" y="334084"/>
                  </a:lnTo>
                  <a:lnTo>
                    <a:pt x="2108199" y="350525"/>
                  </a:lnTo>
                  <a:lnTo>
                    <a:pt x="2158999" y="367336"/>
                  </a:lnTo>
                  <a:lnTo>
                    <a:pt x="2209799" y="384517"/>
                  </a:lnTo>
                  <a:lnTo>
                    <a:pt x="2260599" y="402065"/>
                  </a:lnTo>
                  <a:lnTo>
                    <a:pt x="2311399" y="419980"/>
                  </a:lnTo>
                  <a:lnTo>
                    <a:pt x="2349499" y="438258"/>
                  </a:lnTo>
                  <a:lnTo>
                    <a:pt x="2400299" y="456899"/>
                  </a:lnTo>
                  <a:lnTo>
                    <a:pt x="2451099" y="475901"/>
                  </a:lnTo>
                  <a:lnTo>
                    <a:pt x="2501899" y="495261"/>
                  </a:lnTo>
                  <a:lnTo>
                    <a:pt x="2539999" y="514980"/>
                  </a:lnTo>
                  <a:lnTo>
                    <a:pt x="2590799" y="535054"/>
                  </a:lnTo>
                  <a:lnTo>
                    <a:pt x="2641599" y="555482"/>
                  </a:lnTo>
                  <a:lnTo>
                    <a:pt x="2679699" y="576263"/>
                  </a:lnTo>
                  <a:lnTo>
                    <a:pt x="2730499" y="597394"/>
                  </a:lnTo>
                  <a:lnTo>
                    <a:pt x="2781299" y="618874"/>
                  </a:lnTo>
                  <a:lnTo>
                    <a:pt x="2819399" y="640702"/>
                  </a:lnTo>
                  <a:lnTo>
                    <a:pt x="2870199" y="662875"/>
                  </a:lnTo>
                  <a:lnTo>
                    <a:pt x="2920999" y="685393"/>
                  </a:lnTo>
                  <a:lnTo>
                    <a:pt x="2959099" y="708252"/>
                  </a:lnTo>
                  <a:lnTo>
                    <a:pt x="3009899" y="731452"/>
                  </a:lnTo>
                  <a:lnTo>
                    <a:pt x="3047999" y="754991"/>
                  </a:lnTo>
                  <a:lnTo>
                    <a:pt x="3098799" y="778868"/>
                  </a:lnTo>
                  <a:lnTo>
                    <a:pt x="3136899" y="803079"/>
                  </a:lnTo>
                  <a:lnTo>
                    <a:pt x="3187699" y="827625"/>
                  </a:lnTo>
                  <a:lnTo>
                    <a:pt x="3225799" y="852503"/>
                  </a:lnTo>
                  <a:lnTo>
                    <a:pt x="3276599" y="877711"/>
                  </a:lnTo>
                  <a:lnTo>
                    <a:pt x="3314699" y="903248"/>
                  </a:lnTo>
                  <a:lnTo>
                    <a:pt x="3365499" y="929112"/>
                  </a:lnTo>
                  <a:lnTo>
                    <a:pt x="3403599" y="955302"/>
                  </a:lnTo>
                  <a:lnTo>
                    <a:pt x="3441699" y="981815"/>
                  </a:lnTo>
                  <a:lnTo>
                    <a:pt x="3492499" y="1008650"/>
                  </a:lnTo>
                  <a:lnTo>
                    <a:pt x="3530599" y="1035806"/>
                  </a:lnTo>
                  <a:lnTo>
                    <a:pt x="3568699" y="1063280"/>
                  </a:lnTo>
                  <a:lnTo>
                    <a:pt x="3619499" y="1091072"/>
                  </a:lnTo>
                  <a:lnTo>
                    <a:pt x="3657599" y="1119178"/>
                  </a:lnTo>
                  <a:lnTo>
                    <a:pt x="3695699" y="1147598"/>
                  </a:lnTo>
                  <a:lnTo>
                    <a:pt x="3746499" y="1176331"/>
                  </a:lnTo>
                  <a:lnTo>
                    <a:pt x="3784599" y="1205373"/>
                  </a:lnTo>
                  <a:lnTo>
                    <a:pt x="3822699" y="1234724"/>
                  </a:lnTo>
                  <a:lnTo>
                    <a:pt x="3860799" y="1264382"/>
                  </a:lnTo>
                  <a:lnTo>
                    <a:pt x="3898899" y="1294345"/>
                  </a:lnTo>
                  <a:lnTo>
                    <a:pt x="3949699" y="1324611"/>
                  </a:lnTo>
                  <a:lnTo>
                    <a:pt x="3987799" y="1355179"/>
                  </a:lnTo>
                  <a:lnTo>
                    <a:pt x="4025899" y="1386048"/>
                  </a:lnTo>
                  <a:lnTo>
                    <a:pt x="4063999" y="1417214"/>
                  </a:lnTo>
                  <a:lnTo>
                    <a:pt x="4102099" y="1448678"/>
                  </a:lnTo>
                  <a:lnTo>
                    <a:pt x="4140199" y="1480436"/>
                  </a:lnTo>
                  <a:lnTo>
                    <a:pt x="4178299" y="1512488"/>
                  </a:lnTo>
                  <a:lnTo>
                    <a:pt x="4216399" y="1544832"/>
                  </a:lnTo>
                  <a:lnTo>
                    <a:pt x="4254499" y="1577466"/>
                  </a:lnTo>
                  <a:lnTo>
                    <a:pt x="4292599" y="1610388"/>
                  </a:lnTo>
                  <a:lnTo>
                    <a:pt x="4368799" y="1677090"/>
                  </a:lnTo>
                  <a:lnTo>
                    <a:pt x="4444999" y="1744925"/>
                  </a:lnTo>
                  <a:lnTo>
                    <a:pt x="4521199" y="1813879"/>
                  </a:lnTo>
                  <a:lnTo>
                    <a:pt x="4597399" y="1883940"/>
                  </a:lnTo>
                  <a:lnTo>
                    <a:pt x="4622799" y="1919380"/>
                  </a:lnTo>
                  <a:lnTo>
                    <a:pt x="4660899" y="1955093"/>
                  </a:lnTo>
                  <a:lnTo>
                    <a:pt x="4737099" y="2027325"/>
                  </a:lnTo>
                  <a:lnTo>
                    <a:pt x="4762499" y="2063841"/>
                  </a:lnTo>
                  <a:lnTo>
                    <a:pt x="4838699" y="2137667"/>
                  </a:lnTo>
                  <a:lnTo>
                    <a:pt x="4864099" y="2174972"/>
                  </a:lnTo>
                  <a:lnTo>
                    <a:pt x="4940299" y="2250360"/>
                  </a:lnTo>
                  <a:lnTo>
                    <a:pt x="4965699" y="2288440"/>
                  </a:lnTo>
                  <a:lnTo>
                    <a:pt x="5003799" y="2326774"/>
                  </a:lnTo>
                  <a:lnTo>
                    <a:pt x="5029199" y="2365360"/>
                  </a:lnTo>
                  <a:lnTo>
                    <a:pt x="5067299" y="2404198"/>
                  </a:lnTo>
                  <a:lnTo>
                    <a:pt x="5092699" y="2443286"/>
                  </a:lnTo>
                  <a:lnTo>
                    <a:pt x="5130799" y="2482621"/>
                  </a:lnTo>
                  <a:lnTo>
                    <a:pt x="5156199" y="2522203"/>
                  </a:lnTo>
                  <a:lnTo>
                    <a:pt x="5194299" y="2562029"/>
                  </a:lnTo>
                  <a:lnTo>
                    <a:pt x="5219699" y="2602098"/>
                  </a:lnTo>
                  <a:lnTo>
                    <a:pt x="5257799" y="2642407"/>
                  </a:lnTo>
                  <a:lnTo>
                    <a:pt x="5308599" y="2723744"/>
                  </a:lnTo>
                  <a:lnTo>
                    <a:pt x="5346699" y="2764767"/>
                  </a:lnTo>
                  <a:lnTo>
                    <a:pt x="5422899" y="2889235"/>
                  </a:lnTo>
                  <a:lnTo>
                    <a:pt x="5460999" y="2931185"/>
                  </a:lnTo>
                  <a:lnTo>
                    <a:pt x="5537199" y="3058395"/>
                  </a:lnTo>
                  <a:lnTo>
                    <a:pt x="5689599" y="3318777"/>
                  </a:lnTo>
                  <a:lnTo>
                    <a:pt x="5867399" y="3632195"/>
                  </a:lnTo>
                  <a:lnTo>
                    <a:pt x="5880099" y="3677785"/>
                  </a:lnTo>
                  <a:lnTo>
                    <a:pt x="5956299" y="3815742"/>
                  </a:lnTo>
                  <a:lnTo>
                    <a:pt x="5968999" y="3862117"/>
                  </a:lnTo>
                  <a:lnTo>
                    <a:pt x="5994399" y="3908685"/>
                  </a:lnTo>
                  <a:lnTo>
                    <a:pt x="6007099" y="3955443"/>
                  </a:lnTo>
                  <a:lnTo>
                    <a:pt x="6057899" y="4049525"/>
                  </a:lnTo>
                  <a:lnTo>
                    <a:pt x="6070599" y="4096844"/>
                  </a:lnTo>
                  <a:lnTo>
                    <a:pt x="6095999" y="4144348"/>
                  </a:lnTo>
                  <a:lnTo>
                    <a:pt x="6121399" y="4239899"/>
                  </a:lnTo>
                  <a:lnTo>
                    <a:pt x="6146799" y="4287943"/>
                  </a:lnTo>
                  <a:lnTo>
                    <a:pt x="6159499" y="4336165"/>
                  </a:lnTo>
                  <a:lnTo>
                    <a:pt x="6184899" y="4384562"/>
                  </a:lnTo>
                  <a:lnTo>
                    <a:pt x="6210299" y="4481874"/>
                  </a:lnTo>
                  <a:lnTo>
                    <a:pt x="6235699" y="4530787"/>
                  </a:lnTo>
                  <a:lnTo>
                    <a:pt x="6311899" y="4827743"/>
                  </a:lnTo>
                  <a:lnTo>
                    <a:pt x="6337299" y="4877801"/>
                  </a:lnTo>
                  <a:lnTo>
                    <a:pt x="6375399" y="5028906"/>
                  </a:lnTo>
                  <a:lnTo>
                    <a:pt x="6375399" y="5079580"/>
                  </a:lnTo>
                  <a:lnTo>
                    <a:pt x="6438899" y="5335167"/>
                  </a:lnTo>
                  <a:lnTo>
                    <a:pt x="6438899" y="5386716"/>
                  </a:lnTo>
                  <a:lnTo>
                    <a:pt x="6464299" y="5490232"/>
                  </a:lnTo>
                  <a:lnTo>
                    <a:pt x="6464299" y="5542195"/>
                  </a:lnTo>
                  <a:lnTo>
                    <a:pt x="6489699" y="5646525"/>
                  </a:lnTo>
                  <a:lnTo>
                    <a:pt x="6489699" y="5698888"/>
                  </a:lnTo>
                  <a:lnTo>
                    <a:pt x="6502399" y="5751381"/>
                  </a:lnTo>
                  <a:lnTo>
                    <a:pt x="6502399" y="5804002"/>
                  </a:lnTo>
                  <a:lnTo>
                    <a:pt x="6515099" y="5856749"/>
                  </a:lnTo>
                  <a:lnTo>
                    <a:pt x="6515099" y="5962616"/>
                  </a:lnTo>
                  <a:lnTo>
                    <a:pt x="6527799" y="6015732"/>
                  </a:lnTo>
                  <a:lnTo>
                    <a:pt x="6527799" y="6122322"/>
                  </a:lnTo>
                  <a:lnTo>
                    <a:pt x="6540499" y="6175793"/>
                  </a:lnTo>
                  <a:lnTo>
                    <a:pt x="6540499" y="6464076"/>
                  </a:lnTo>
                  <a:lnTo>
                    <a:pt x="3632199" y="6464076"/>
                  </a:lnTo>
                  <a:lnTo>
                    <a:pt x="3632199" y="6408173"/>
                  </a:lnTo>
                  <a:lnTo>
                    <a:pt x="3619499" y="6360146"/>
                  </a:lnTo>
                  <a:lnTo>
                    <a:pt x="3619499" y="6217065"/>
                  </a:lnTo>
                  <a:lnTo>
                    <a:pt x="3606799" y="6169718"/>
                  </a:lnTo>
                  <a:lnTo>
                    <a:pt x="3606799" y="6122550"/>
                  </a:lnTo>
                  <a:lnTo>
                    <a:pt x="3594099" y="6075566"/>
                  </a:lnTo>
                  <a:lnTo>
                    <a:pt x="3594099" y="6028770"/>
                  </a:lnTo>
                  <a:lnTo>
                    <a:pt x="3581399" y="5982165"/>
                  </a:lnTo>
                  <a:lnTo>
                    <a:pt x="3581399" y="5935755"/>
                  </a:lnTo>
                  <a:lnTo>
                    <a:pt x="3555999" y="5843538"/>
                  </a:lnTo>
                  <a:lnTo>
                    <a:pt x="3555999" y="5797739"/>
                  </a:lnTo>
                  <a:lnTo>
                    <a:pt x="3416299" y="5308740"/>
                  </a:lnTo>
                  <a:lnTo>
                    <a:pt x="3390899" y="5265733"/>
                  </a:lnTo>
                  <a:lnTo>
                    <a:pt x="3365499" y="5180497"/>
                  </a:lnTo>
                  <a:lnTo>
                    <a:pt x="3340099" y="5138276"/>
                  </a:lnTo>
                  <a:lnTo>
                    <a:pt x="3327399" y="5096326"/>
                  </a:lnTo>
                  <a:lnTo>
                    <a:pt x="3301999" y="5054649"/>
                  </a:lnTo>
                  <a:lnTo>
                    <a:pt x="3289299" y="5013250"/>
                  </a:lnTo>
                  <a:lnTo>
                    <a:pt x="3263899" y="4972133"/>
                  </a:lnTo>
                  <a:lnTo>
                    <a:pt x="3251199" y="4931302"/>
                  </a:lnTo>
                  <a:lnTo>
                    <a:pt x="3225799" y="4890760"/>
                  </a:lnTo>
                  <a:lnTo>
                    <a:pt x="3213099" y="4850512"/>
                  </a:lnTo>
                  <a:lnTo>
                    <a:pt x="3136899" y="4731568"/>
                  </a:lnTo>
                  <a:lnTo>
                    <a:pt x="3111499" y="4692533"/>
                  </a:lnTo>
                  <a:lnTo>
                    <a:pt x="3098799" y="4653812"/>
                  </a:lnTo>
                  <a:lnTo>
                    <a:pt x="3022599" y="4539565"/>
                  </a:lnTo>
                  <a:lnTo>
                    <a:pt x="2946399" y="4428279"/>
                  </a:lnTo>
                  <a:lnTo>
                    <a:pt x="2895599" y="4355785"/>
                  </a:lnTo>
                  <a:lnTo>
                    <a:pt x="2857499" y="4320059"/>
                  </a:lnTo>
                  <a:lnTo>
                    <a:pt x="2806699" y="4249668"/>
                  </a:lnTo>
                  <a:lnTo>
                    <a:pt x="2781299" y="4215011"/>
                  </a:lnTo>
                  <a:lnTo>
                    <a:pt x="2743199" y="4180718"/>
                  </a:lnTo>
                  <a:lnTo>
                    <a:pt x="2692399" y="4113241"/>
                  </a:lnTo>
                  <a:lnTo>
                    <a:pt x="2654299" y="4080064"/>
                  </a:lnTo>
                  <a:lnTo>
                    <a:pt x="2628899" y="4047267"/>
                  </a:lnTo>
                  <a:lnTo>
                    <a:pt x="2590799" y="4014855"/>
                  </a:lnTo>
                  <a:lnTo>
                    <a:pt x="2565399" y="3982829"/>
                  </a:lnTo>
                  <a:lnTo>
                    <a:pt x="2527299" y="3951196"/>
                  </a:lnTo>
                  <a:lnTo>
                    <a:pt x="2501899" y="3919958"/>
                  </a:lnTo>
                  <a:lnTo>
                    <a:pt x="2463799" y="3889120"/>
                  </a:lnTo>
                  <a:lnTo>
                    <a:pt x="2438399" y="3858685"/>
                  </a:lnTo>
                  <a:lnTo>
                    <a:pt x="2400299" y="3828658"/>
                  </a:lnTo>
                  <a:lnTo>
                    <a:pt x="2362199" y="3799042"/>
                  </a:lnTo>
                  <a:lnTo>
                    <a:pt x="2336799" y="3769841"/>
                  </a:lnTo>
                  <a:lnTo>
                    <a:pt x="2298699" y="3741059"/>
                  </a:lnTo>
                  <a:lnTo>
                    <a:pt x="2260599" y="3712701"/>
                  </a:lnTo>
                  <a:lnTo>
                    <a:pt x="2222499" y="3684769"/>
                  </a:lnTo>
                  <a:lnTo>
                    <a:pt x="2197099" y="3657269"/>
                  </a:lnTo>
                  <a:lnTo>
                    <a:pt x="2158999" y="3630203"/>
                  </a:lnTo>
                  <a:lnTo>
                    <a:pt x="2120899" y="3603576"/>
                  </a:lnTo>
                  <a:lnTo>
                    <a:pt x="2082799" y="3577392"/>
                  </a:lnTo>
                  <a:lnTo>
                    <a:pt x="2044699" y="3551655"/>
                  </a:lnTo>
                  <a:lnTo>
                    <a:pt x="2006599" y="3526368"/>
                  </a:lnTo>
                  <a:lnTo>
                    <a:pt x="1968499" y="3501535"/>
                  </a:lnTo>
                  <a:lnTo>
                    <a:pt x="1930399" y="3477161"/>
                  </a:lnTo>
                  <a:lnTo>
                    <a:pt x="1892299" y="3453250"/>
                  </a:lnTo>
                  <a:lnTo>
                    <a:pt x="1854199" y="3429804"/>
                  </a:lnTo>
                  <a:lnTo>
                    <a:pt x="1816099" y="3406829"/>
                  </a:lnTo>
                  <a:lnTo>
                    <a:pt x="1777999" y="3384328"/>
                  </a:lnTo>
                  <a:lnTo>
                    <a:pt x="1739899" y="3362305"/>
                  </a:lnTo>
                  <a:lnTo>
                    <a:pt x="1701799" y="3340764"/>
                  </a:lnTo>
                  <a:lnTo>
                    <a:pt x="1650999" y="3319709"/>
                  </a:lnTo>
                  <a:lnTo>
                    <a:pt x="1612899" y="3299144"/>
                  </a:lnTo>
                  <a:lnTo>
                    <a:pt x="1574799" y="3279072"/>
                  </a:lnTo>
                  <a:lnTo>
                    <a:pt x="1536699" y="3259498"/>
                  </a:lnTo>
                  <a:lnTo>
                    <a:pt x="1498599" y="3240426"/>
                  </a:lnTo>
                  <a:lnTo>
                    <a:pt x="1447799" y="3221860"/>
                  </a:lnTo>
                  <a:lnTo>
                    <a:pt x="1409699" y="3203802"/>
                  </a:lnTo>
                  <a:lnTo>
                    <a:pt x="1371599" y="3186259"/>
                  </a:lnTo>
                  <a:lnTo>
                    <a:pt x="1320799" y="3169232"/>
                  </a:lnTo>
                  <a:lnTo>
                    <a:pt x="1282699" y="3152727"/>
                  </a:lnTo>
                  <a:lnTo>
                    <a:pt x="1244599" y="3136747"/>
                  </a:lnTo>
                  <a:lnTo>
                    <a:pt x="1193799" y="3121296"/>
                  </a:lnTo>
                  <a:lnTo>
                    <a:pt x="1155699" y="3106378"/>
                  </a:lnTo>
                  <a:lnTo>
                    <a:pt x="1104899" y="3091997"/>
                  </a:lnTo>
                  <a:lnTo>
                    <a:pt x="1066799" y="3078157"/>
                  </a:lnTo>
                  <a:lnTo>
                    <a:pt x="1015999" y="3064861"/>
                  </a:lnTo>
                  <a:lnTo>
                    <a:pt x="977899" y="3052114"/>
                  </a:lnTo>
                  <a:lnTo>
                    <a:pt x="927099" y="3039920"/>
                  </a:lnTo>
                  <a:lnTo>
                    <a:pt x="888999" y="3028283"/>
                  </a:lnTo>
                  <a:lnTo>
                    <a:pt x="838199" y="3017206"/>
                  </a:lnTo>
                  <a:lnTo>
                    <a:pt x="800099" y="3006693"/>
                  </a:lnTo>
                  <a:lnTo>
                    <a:pt x="749299" y="2996749"/>
                  </a:lnTo>
                  <a:lnTo>
                    <a:pt x="698499" y="2987377"/>
                  </a:lnTo>
                  <a:lnTo>
                    <a:pt x="660399" y="2978581"/>
                  </a:lnTo>
                  <a:lnTo>
                    <a:pt x="609599" y="2970366"/>
                  </a:lnTo>
                  <a:lnTo>
                    <a:pt x="571499" y="2962734"/>
                  </a:lnTo>
                  <a:lnTo>
                    <a:pt x="520699" y="2955691"/>
                  </a:lnTo>
                  <a:lnTo>
                    <a:pt x="469899" y="2949239"/>
                  </a:lnTo>
                  <a:lnTo>
                    <a:pt x="419099" y="2943383"/>
                  </a:lnTo>
                  <a:lnTo>
                    <a:pt x="380999" y="2938127"/>
                  </a:lnTo>
                  <a:lnTo>
                    <a:pt x="330199" y="2933474"/>
                  </a:lnTo>
                  <a:lnTo>
                    <a:pt x="279399" y="2929429"/>
                  </a:lnTo>
                  <a:lnTo>
                    <a:pt x="241299" y="2925996"/>
                  </a:lnTo>
                  <a:lnTo>
                    <a:pt x="190499" y="2923178"/>
                  </a:lnTo>
                  <a:lnTo>
                    <a:pt x="139699" y="2920979"/>
                  </a:lnTo>
                  <a:lnTo>
                    <a:pt x="88899" y="2919404"/>
                  </a:lnTo>
                  <a:lnTo>
                    <a:pt x="38099" y="2918456"/>
                  </a:lnTo>
                  <a:lnTo>
                    <a:pt x="0" y="291813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200"/>
            </a:p>
          </p:txBody>
        </p:sp>
      </p:grpSp>
      <p:sp>
        <p:nvSpPr>
          <p:cNvPr id="418" name="Google Shape;418;p52"/>
          <p:cNvSpPr txBox="1">
            <a:spLocks noGrp="1"/>
          </p:cNvSpPr>
          <p:nvPr>
            <p:ph type="title"/>
          </p:nvPr>
        </p:nvSpPr>
        <p:spPr>
          <a:xfrm>
            <a:off x="790822" y="2156943"/>
            <a:ext cx="4814350" cy="99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50" rIns="0" bIns="0" anchor="t" anchorCtr="0">
            <a:spAutoFit/>
          </a:bodyPr>
          <a:lstStyle/>
          <a:p>
            <a:pPr marL="8466">
              <a:lnSpc>
                <a:spcPct val="100000"/>
              </a:lnSpc>
              <a:buSzPts val="1400"/>
            </a:pPr>
            <a:r>
              <a:rPr lang="en-US" sz="6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6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19" name="Google Shape;419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822" y="3879512"/>
            <a:ext cx="333850" cy="3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2"/>
          <p:cNvSpPr txBox="1"/>
          <p:nvPr/>
        </p:nvSpPr>
        <p:spPr>
          <a:xfrm>
            <a:off x="1254398" y="3905628"/>
            <a:ext cx="6095177" cy="3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00" tIns="30450" rIns="60900" bIns="30450" anchor="t" anchorCtr="0">
            <a:spAutoFit/>
          </a:bodyPr>
          <a:lstStyle/>
          <a:p>
            <a:r>
              <a:rPr lang="en-US" sz="1599" b="1"/>
              <a:t>https://www.linkedin.com/in/anwaraif/</a:t>
            </a:r>
            <a:endParaRPr sz="933"/>
          </a:p>
        </p:txBody>
      </p:sp>
      <p:pic>
        <p:nvPicPr>
          <p:cNvPr id="421" name="Google Shape;421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981" y="4486338"/>
            <a:ext cx="421321" cy="3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2"/>
          <p:cNvSpPr txBox="1"/>
          <p:nvPr/>
        </p:nvSpPr>
        <p:spPr>
          <a:xfrm>
            <a:off x="1254398" y="4486338"/>
            <a:ext cx="6095177" cy="30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00" tIns="30450" rIns="60900" bIns="30450" anchor="t" anchorCtr="0">
            <a:spAutoFit/>
          </a:bodyPr>
          <a:lstStyle/>
          <a:p>
            <a:r>
              <a:rPr lang="en-US" sz="1599" b="1"/>
              <a:t>kurniafreelancer@gmail.com</a:t>
            </a:r>
            <a:endParaRPr sz="933"/>
          </a:p>
        </p:txBody>
      </p:sp>
      <p:sp>
        <p:nvSpPr>
          <p:cNvPr id="2" name="Google Shape;64;p2">
            <a:extLst>
              <a:ext uri="{FF2B5EF4-FFF2-40B4-BE49-F238E27FC236}">
                <a16:creationId xmlns:a16="http://schemas.microsoft.com/office/drawing/2014/main" id="{CC446090-4678-69E4-0C9F-B54C0D5E6CA5}"/>
              </a:ext>
            </a:extLst>
          </p:cNvPr>
          <p:cNvSpPr/>
          <p:nvPr/>
        </p:nvSpPr>
        <p:spPr>
          <a:xfrm>
            <a:off x="141640" y="5834878"/>
            <a:ext cx="1090020" cy="99095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553</Words>
  <Application>Microsoft Office PowerPoint</Application>
  <PresentationFormat>Layar Lebar</PresentationFormat>
  <Paragraphs>64</Paragraphs>
  <Slides>23</Slides>
  <Notes>23</Notes>
  <HiddenSlides>0</HiddenSlides>
  <MMClips>0</MMClips>
  <ScaleCrop>false</ScaleCrop>
  <HeadingPairs>
    <vt:vector size="6" baseType="variant">
      <vt:variant>
        <vt:lpstr>Font Dipakai</vt:lpstr>
      </vt:variant>
      <vt:variant>
        <vt:i4>7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23</vt:i4>
      </vt:variant>
    </vt:vector>
  </HeadingPairs>
  <TitlesOfParts>
    <vt:vector size="31" baseType="lpstr">
      <vt:lpstr>Trebuchet MS</vt:lpstr>
      <vt:lpstr>Calibri</vt:lpstr>
      <vt:lpstr>Arial</vt:lpstr>
      <vt:lpstr>Times New Roman</vt:lpstr>
      <vt:lpstr>Arial Unicode MS</vt:lpstr>
      <vt:lpstr>Montserrat</vt:lpstr>
      <vt:lpstr>Georgia</vt:lpstr>
      <vt:lpstr>Tema Office</vt:lpstr>
      <vt:lpstr>Lists &amp; Dictionaries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20222007@mahasiswa.itb.ac.id Liwa4321six</dc:creator>
  <cp:lastModifiedBy>20222007@mahasiswa.itb.ac.id Liwa4321six</cp:lastModifiedBy>
  <cp:revision>130</cp:revision>
  <dcterms:created xsi:type="dcterms:W3CDTF">2024-02-25T07:40:25Z</dcterms:created>
  <dcterms:modified xsi:type="dcterms:W3CDTF">2025-08-10T15:29:12Z</dcterms:modified>
</cp:coreProperties>
</file>